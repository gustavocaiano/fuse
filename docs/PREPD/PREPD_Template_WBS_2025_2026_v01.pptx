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6"/>
  </p:notesMasterIdLst>
  <p:sldIdLst>
    <p:sldId id="295" r:id="rId2"/>
    <p:sldId id="394" r:id="rId3"/>
    <p:sldId id="395" r:id="rId4"/>
    <p:sldId id="396" r:id="rId5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F7F7F"/>
    <a:srgbClr val="FF8600"/>
    <a:srgbClr val="FF6600"/>
    <a:srgbClr val="5B5B5B"/>
    <a:srgbClr val="7F7F90"/>
    <a:srgbClr val="A85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7" autoAdjust="0"/>
    <p:restoredTop sz="94737" autoAdjust="0"/>
  </p:normalViewPr>
  <p:slideViewPr>
    <p:cSldViewPr>
      <p:cViewPr varScale="1">
        <p:scale>
          <a:sx n="78" d="100"/>
          <a:sy n="78" d="100"/>
        </p:scale>
        <p:origin x="1402" y="6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EC8EC6-8681-408E-B4C2-3AED468E8C04}" type="doc">
      <dgm:prSet loTypeId="urn:microsoft.com/office/officeart/2005/8/layout/hierarchy6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PT"/>
        </a:p>
      </dgm:t>
    </dgm:pt>
    <dgm:pt modelId="{1735915E-8701-43E0-A6D8-D9467C3FE48C}">
      <dgm:prSet phldrT="[Texto]" custT="1"/>
      <dgm:spPr/>
      <dgm:t>
        <a:bodyPr/>
        <a:lstStyle/>
        <a:p>
          <a:r>
            <a:rPr lang="pt-PT" sz="1000" dirty="0"/>
            <a:t>1. Projeto</a:t>
          </a:r>
        </a:p>
      </dgm:t>
    </dgm:pt>
    <dgm:pt modelId="{650E90F0-C272-4A60-A1D3-3D4633106366}" type="parTrans" cxnId="{2592AC88-D98B-40F9-829C-1528020769F1}">
      <dgm:prSet/>
      <dgm:spPr/>
      <dgm:t>
        <a:bodyPr/>
        <a:lstStyle/>
        <a:p>
          <a:endParaRPr lang="pt-PT" sz="2800"/>
        </a:p>
      </dgm:t>
    </dgm:pt>
    <dgm:pt modelId="{EB05D146-6C54-4313-9264-C02D58EB4178}" type="sibTrans" cxnId="{2592AC88-D98B-40F9-829C-1528020769F1}">
      <dgm:prSet/>
      <dgm:spPr/>
      <dgm:t>
        <a:bodyPr/>
        <a:lstStyle/>
        <a:p>
          <a:endParaRPr lang="pt-PT" sz="2800"/>
        </a:p>
      </dgm:t>
    </dgm:pt>
    <dgm:pt modelId="{4F54E230-0826-4BF0-B09A-8B29A3F156E4}">
      <dgm:prSet phldrT="[Texto]" custT="1"/>
      <dgm:spPr/>
      <dgm:t>
        <a:bodyPr/>
        <a:lstStyle/>
        <a:p>
          <a:r>
            <a:rPr lang="pt-PT" sz="1000" dirty="0"/>
            <a:t>1.1 Planeamento</a:t>
          </a:r>
        </a:p>
      </dgm:t>
    </dgm:pt>
    <dgm:pt modelId="{0411A063-834C-4C05-B211-5B66D08BD66E}" type="parTrans" cxnId="{843FB174-BA79-440B-837B-4FD9A24329E3}">
      <dgm:prSet/>
      <dgm:spPr/>
      <dgm:t>
        <a:bodyPr/>
        <a:lstStyle/>
        <a:p>
          <a:endParaRPr lang="pt-PT" sz="2800"/>
        </a:p>
      </dgm:t>
    </dgm:pt>
    <dgm:pt modelId="{FE4ED744-2FDF-4C15-92E3-3564B7D4E592}" type="sibTrans" cxnId="{843FB174-BA79-440B-837B-4FD9A24329E3}">
      <dgm:prSet/>
      <dgm:spPr/>
      <dgm:t>
        <a:bodyPr/>
        <a:lstStyle/>
        <a:p>
          <a:endParaRPr lang="pt-PT" sz="2800"/>
        </a:p>
      </dgm:t>
    </dgm:pt>
    <dgm:pt modelId="{9E6422D1-167C-4106-BDAC-FA9E65AE23F6}">
      <dgm:prSet phldrT="[Texto]" custT="1"/>
      <dgm:spPr/>
      <dgm:t>
        <a:bodyPr/>
        <a:lstStyle/>
        <a:p>
          <a:r>
            <a:rPr lang="pt-PT" sz="1000" dirty="0"/>
            <a:t>1.1.1 Maqueta 3D</a:t>
          </a:r>
        </a:p>
      </dgm:t>
    </dgm:pt>
    <dgm:pt modelId="{C965874D-4E3E-489E-85EB-5DDCF280A615}" type="parTrans" cxnId="{0FE77C2F-DD30-4BD2-9664-C96077F07A79}">
      <dgm:prSet/>
      <dgm:spPr/>
      <dgm:t>
        <a:bodyPr/>
        <a:lstStyle/>
        <a:p>
          <a:endParaRPr lang="pt-PT" sz="2800"/>
        </a:p>
      </dgm:t>
    </dgm:pt>
    <dgm:pt modelId="{34A6D562-747E-4070-8511-7214CA50D42B}" type="sibTrans" cxnId="{0FE77C2F-DD30-4BD2-9664-C96077F07A79}">
      <dgm:prSet/>
      <dgm:spPr/>
      <dgm:t>
        <a:bodyPr/>
        <a:lstStyle/>
        <a:p>
          <a:endParaRPr lang="pt-PT" sz="2800"/>
        </a:p>
      </dgm:t>
    </dgm:pt>
    <dgm:pt modelId="{738AC2C5-46F7-4478-86B2-3C862BEAB294}">
      <dgm:prSet phldrT="[Texto]" custT="1"/>
      <dgm:spPr/>
      <dgm:t>
        <a:bodyPr/>
        <a:lstStyle/>
        <a:p>
          <a:r>
            <a:rPr lang="pt-PT" sz="1000" dirty="0"/>
            <a:t>1.1.2 planos de especialidades</a:t>
          </a:r>
        </a:p>
      </dgm:t>
    </dgm:pt>
    <dgm:pt modelId="{9EAE607F-A454-4656-A441-5FB117E0BBE7}" type="parTrans" cxnId="{A43C9E88-4792-4394-A9AB-1A3B76E8E3EC}">
      <dgm:prSet/>
      <dgm:spPr/>
      <dgm:t>
        <a:bodyPr/>
        <a:lstStyle/>
        <a:p>
          <a:endParaRPr lang="pt-PT" sz="2800"/>
        </a:p>
      </dgm:t>
    </dgm:pt>
    <dgm:pt modelId="{9A736674-BD89-4E14-88FB-1D2D58FB5FCF}" type="sibTrans" cxnId="{A43C9E88-4792-4394-A9AB-1A3B76E8E3EC}">
      <dgm:prSet/>
      <dgm:spPr/>
      <dgm:t>
        <a:bodyPr/>
        <a:lstStyle/>
        <a:p>
          <a:endParaRPr lang="pt-PT" sz="2800"/>
        </a:p>
      </dgm:t>
    </dgm:pt>
    <dgm:pt modelId="{6337CF61-33D8-44A1-98A7-6F70E14C2B96}">
      <dgm:prSet phldrT="[Texto]" custT="1"/>
      <dgm:spPr/>
      <dgm:t>
        <a:bodyPr/>
        <a:lstStyle/>
        <a:p>
          <a:r>
            <a:rPr lang="pt-PT" sz="1000" dirty="0"/>
            <a:t>1.2 Construção</a:t>
          </a:r>
        </a:p>
      </dgm:t>
    </dgm:pt>
    <dgm:pt modelId="{9A97F05F-5095-45C9-B0DA-ED87B1D3F47A}" type="parTrans" cxnId="{EC8AEE99-D864-4A0E-98B6-4FF63D6BAAEA}">
      <dgm:prSet/>
      <dgm:spPr/>
      <dgm:t>
        <a:bodyPr/>
        <a:lstStyle/>
        <a:p>
          <a:endParaRPr lang="pt-PT" sz="2800"/>
        </a:p>
      </dgm:t>
    </dgm:pt>
    <dgm:pt modelId="{595DDD2D-FDC0-4F66-9212-63D45DDF1150}" type="sibTrans" cxnId="{EC8AEE99-D864-4A0E-98B6-4FF63D6BAAEA}">
      <dgm:prSet/>
      <dgm:spPr/>
      <dgm:t>
        <a:bodyPr/>
        <a:lstStyle/>
        <a:p>
          <a:endParaRPr lang="pt-PT" sz="2800"/>
        </a:p>
      </dgm:t>
    </dgm:pt>
    <dgm:pt modelId="{EE9D06E0-B985-4DC2-BCFD-28A9E6891C5C}">
      <dgm:prSet phldrT="[Texto]" custT="1"/>
      <dgm:spPr/>
      <dgm:t>
        <a:bodyPr/>
        <a:lstStyle/>
        <a:p>
          <a:r>
            <a:rPr lang="pt-PT" sz="1000" dirty="0"/>
            <a:t>1.2.1 Estrutura</a:t>
          </a:r>
        </a:p>
      </dgm:t>
    </dgm:pt>
    <dgm:pt modelId="{286D28B7-92E7-4907-84CB-C329B52DB1E4}" type="parTrans" cxnId="{9D9E077C-8003-4E33-9AD9-7000BA036C6D}">
      <dgm:prSet/>
      <dgm:spPr/>
      <dgm:t>
        <a:bodyPr/>
        <a:lstStyle/>
        <a:p>
          <a:endParaRPr lang="pt-PT" sz="2800"/>
        </a:p>
      </dgm:t>
    </dgm:pt>
    <dgm:pt modelId="{C44A6082-8DB4-40AC-866B-FF331259F79D}" type="sibTrans" cxnId="{9D9E077C-8003-4E33-9AD9-7000BA036C6D}">
      <dgm:prSet/>
      <dgm:spPr/>
      <dgm:t>
        <a:bodyPr/>
        <a:lstStyle/>
        <a:p>
          <a:endParaRPr lang="pt-PT" sz="2800"/>
        </a:p>
      </dgm:t>
    </dgm:pt>
    <dgm:pt modelId="{A8D1447D-CD83-482D-B6FD-444D0C871721}">
      <dgm:prSet phldrT="[Texto]" custT="1"/>
      <dgm:spPr/>
      <dgm:t>
        <a:bodyPr/>
        <a:lstStyle/>
        <a:p>
          <a:r>
            <a:rPr lang="pt-PT" sz="1000" dirty="0"/>
            <a:t>1.2.2 Revestimentos</a:t>
          </a:r>
        </a:p>
      </dgm:t>
    </dgm:pt>
    <dgm:pt modelId="{7B7B0928-E572-4937-8EFA-585D84EC33D2}" type="parTrans" cxnId="{7744721E-8EA7-44C3-8762-A7F679433DA6}">
      <dgm:prSet/>
      <dgm:spPr/>
      <dgm:t>
        <a:bodyPr/>
        <a:lstStyle/>
        <a:p>
          <a:endParaRPr lang="pt-PT" sz="2800"/>
        </a:p>
      </dgm:t>
    </dgm:pt>
    <dgm:pt modelId="{69937143-06E8-4927-A6C7-431B18AC42D1}" type="sibTrans" cxnId="{7744721E-8EA7-44C3-8762-A7F679433DA6}">
      <dgm:prSet/>
      <dgm:spPr/>
      <dgm:t>
        <a:bodyPr/>
        <a:lstStyle/>
        <a:p>
          <a:endParaRPr lang="pt-PT" sz="2800"/>
        </a:p>
      </dgm:t>
    </dgm:pt>
    <dgm:pt modelId="{DA71F5F8-BFF5-4AC2-B20A-554FB047FB42}">
      <dgm:prSet phldrT="[Texto]" custT="1"/>
      <dgm:spPr/>
      <dgm:t>
        <a:bodyPr/>
        <a:lstStyle/>
        <a:p>
          <a:r>
            <a:rPr lang="pt-PT" sz="1000" dirty="0"/>
            <a:t>1.3 Acabamentos</a:t>
          </a:r>
        </a:p>
      </dgm:t>
    </dgm:pt>
    <dgm:pt modelId="{805D5F4B-1800-472A-8F61-CBB57481E56A}" type="parTrans" cxnId="{23C7A5A3-6301-49B1-99E0-233BDC168709}">
      <dgm:prSet/>
      <dgm:spPr/>
      <dgm:t>
        <a:bodyPr/>
        <a:lstStyle/>
        <a:p>
          <a:endParaRPr lang="pt-PT" sz="2800"/>
        </a:p>
      </dgm:t>
    </dgm:pt>
    <dgm:pt modelId="{317EFF3B-2D61-4D25-8A51-04E8FBDF241E}" type="sibTrans" cxnId="{23C7A5A3-6301-49B1-99E0-233BDC168709}">
      <dgm:prSet/>
      <dgm:spPr/>
      <dgm:t>
        <a:bodyPr/>
        <a:lstStyle/>
        <a:p>
          <a:endParaRPr lang="pt-PT" sz="2800"/>
        </a:p>
      </dgm:t>
    </dgm:pt>
    <dgm:pt modelId="{DA49C6B1-AAC4-4A1C-A1EA-EE8E140C9FCD}">
      <dgm:prSet phldrT="[Texto]" custT="1"/>
      <dgm:spPr/>
      <dgm:t>
        <a:bodyPr/>
        <a:lstStyle/>
        <a:p>
          <a:r>
            <a:rPr lang="pt-PT" sz="1000" dirty="0"/>
            <a:t>1.2.1.1 Pilares</a:t>
          </a:r>
        </a:p>
      </dgm:t>
    </dgm:pt>
    <dgm:pt modelId="{E9480D54-FDE1-49F7-A0FC-B0830CDCFE24}" type="parTrans" cxnId="{249883AA-67C6-449F-AD3D-4297AE469F9B}">
      <dgm:prSet/>
      <dgm:spPr/>
      <dgm:t>
        <a:bodyPr/>
        <a:lstStyle/>
        <a:p>
          <a:endParaRPr lang="pt-PT" sz="2800"/>
        </a:p>
      </dgm:t>
    </dgm:pt>
    <dgm:pt modelId="{86CB4EF6-B455-4C93-A307-A4F17B3C7324}" type="sibTrans" cxnId="{249883AA-67C6-449F-AD3D-4297AE469F9B}">
      <dgm:prSet/>
      <dgm:spPr/>
      <dgm:t>
        <a:bodyPr/>
        <a:lstStyle/>
        <a:p>
          <a:endParaRPr lang="pt-PT" sz="2800"/>
        </a:p>
      </dgm:t>
    </dgm:pt>
    <dgm:pt modelId="{FCC07005-489D-4182-80EB-9F46C063C971}">
      <dgm:prSet phldrT="[Texto]" custT="1"/>
      <dgm:spPr/>
      <dgm:t>
        <a:bodyPr/>
        <a:lstStyle/>
        <a:p>
          <a:r>
            <a:rPr lang="pt-PT" sz="1000" dirty="0"/>
            <a:t>1.2.3 Instalações</a:t>
          </a:r>
        </a:p>
      </dgm:t>
    </dgm:pt>
    <dgm:pt modelId="{D37D43D4-76A5-4F8A-828B-B3FE09CBDB95}" type="parTrans" cxnId="{F55A66F1-04AB-464C-9DF8-BD8D39829D26}">
      <dgm:prSet/>
      <dgm:spPr/>
      <dgm:t>
        <a:bodyPr/>
        <a:lstStyle/>
        <a:p>
          <a:endParaRPr lang="pt-PT" sz="2800"/>
        </a:p>
      </dgm:t>
    </dgm:pt>
    <dgm:pt modelId="{D04FF64D-8370-48DD-9AFC-C8AF73D63C10}" type="sibTrans" cxnId="{F55A66F1-04AB-464C-9DF8-BD8D39829D26}">
      <dgm:prSet/>
      <dgm:spPr/>
      <dgm:t>
        <a:bodyPr/>
        <a:lstStyle/>
        <a:p>
          <a:endParaRPr lang="pt-PT" sz="2800"/>
        </a:p>
      </dgm:t>
    </dgm:pt>
    <dgm:pt modelId="{20D6218A-CB51-4416-83DF-EB013C7256AB}">
      <dgm:prSet phldrT="[Texto]" custT="1"/>
      <dgm:spPr/>
      <dgm:t>
        <a:bodyPr/>
        <a:lstStyle/>
        <a:p>
          <a:r>
            <a:rPr lang="pt-PT" sz="1000" dirty="0"/>
            <a:t>1.3.1 Jardins</a:t>
          </a:r>
        </a:p>
      </dgm:t>
    </dgm:pt>
    <dgm:pt modelId="{87AD0CD1-D8C8-4489-B54C-F221FC987AF5}" type="parTrans" cxnId="{06784343-A4B6-4A8F-AFF9-A73B4BF33CBA}">
      <dgm:prSet/>
      <dgm:spPr/>
      <dgm:t>
        <a:bodyPr/>
        <a:lstStyle/>
        <a:p>
          <a:endParaRPr lang="pt-PT" sz="2800"/>
        </a:p>
      </dgm:t>
    </dgm:pt>
    <dgm:pt modelId="{34E5B192-5592-4B02-B334-B2D921F36C84}" type="sibTrans" cxnId="{06784343-A4B6-4A8F-AFF9-A73B4BF33CBA}">
      <dgm:prSet/>
      <dgm:spPr/>
      <dgm:t>
        <a:bodyPr/>
        <a:lstStyle/>
        <a:p>
          <a:endParaRPr lang="pt-PT" sz="2800"/>
        </a:p>
      </dgm:t>
    </dgm:pt>
    <dgm:pt modelId="{C8C687D0-AA06-432F-85C5-9BFB9F171B80}">
      <dgm:prSet phldrT="[Texto]" custT="1"/>
      <dgm:spPr/>
      <dgm:t>
        <a:bodyPr/>
        <a:lstStyle/>
        <a:p>
          <a:r>
            <a:rPr lang="pt-PT" sz="1000" dirty="0"/>
            <a:t>1.3.2 passeios</a:t>
          </a:r>
        </a:p>
      </dgm:t>
    </dgm:pt>
    <dgm:pt modelId="{1FB42003-FF6E-4E14-A153-E0942FD171A5}" type="parTrans" cxnId="{BB126EEC-13C0-4002-AFBF-366B6E8E5C10}">
      <dgm:prSet/>
      <dgm:spPr/>
      <dgm:t>
        <a:bodyPr/>
        <a:lstStyle/>
        <a:p>
          <a:endParaRPr lang="pt-PT" sz="2800"/>
        </a:p>
      </dgm:t>
    </dgm:pt>
    <dgm:pt modelId="{F4118EF3-C9CB-4185-92CF-76576979700E}" type="sibTrans" cxnId="{BB126EEC-13C0-4002-AFBF-366B6E8E5C10}">
      <dgm:prSet/>
      <dgm:spPr/>
      <dgm:t>
        <a:bodyPr/>
        <a:lstStyle/>
        <a:p>
          <a:endParaRPr lang="pt-PT" sz="2800"/>
        </a:p>
      </dgm:t>
    </dgm:pt>
    <dgm:pt modelId="{8D29130B-CAB9-4753-BD92-86A8D0A9E048}">
      <dgm:prSet phldrT="[Texto]" custT="1"/>
      <dgm:spPr/>
      <dgm:t>
        <a:bodyPr/>
        <a:lstStyle/>
        <a:p>
          <a:r>
            <a:rPr lang="pt-PT" sz="1000" dirty="0"/>
            <a:t>1.2.1.2 Alvenarias</a:t>
          </a:r>
        </a:p>
      </dgm:t>
    </dgm:pt>
    <dgm:pt modelId="{0AA339C8-6A25-408B-A2EE-A01F1E98F7D1}" type="parTrans" cxnId="{D3B26D0F-B88B-45DB-946C-47DAF790DBD2}">
      <dgm:prSet/>
      <dgm:spPr/>
      <dgm:t>
        <a:bodyPr/>
        <a:lstStyle/>
        <a:p>
          <a:endParaRPr lang="pt-PT" sz="2800"/>
        </a:p>
      </dgm:t>
    </dgm:pt>
    <dgm:pt modelId="{8E8FF01E-0474-4522-92F0-63F73B12AD28}" type="sibTrans" cxnId="{D3B26D0F-B88B-45DB-946C-47DAF790DBD2}">
      <dgm:prSet/>
      <dgm:spPr/>
      <dgm:t>
        <a:bodyPr/>
        <a:lstStyle/>
        <a:p>
          <a:endParaRPr lang="pt-PT" sz="2800"/>
        </a:p>
      </dgm:t>
    </dgm:pt>
    <dgm:pt modelId="{8035DA57-F58C-42F9-8711-C57A1DD86E1C}">
      <dgm:prSet phldrT="[Texto]" custT="1"/>
      <dgm:spPr/>
      <dgm:t>
        <a:bodyPr/>
        <a:lstStyle/>
        <a:p>
          <a:r>
            <a:rPr lang="pt-PT" sz="1000" dirty="0"/>
            <a:t>1.2.2.1 Caixilharias</a:t>
          </a:r>
        </a:p>
      </dgm:t>
    </dgm:pt>
    <dgm:pt modelId="{30756B99-946D-48C3-A5AE-CDFEC34E833F}" type="parTrans" cxnId="{59F25D88-50D0-4932-83C5-A7D11B679614}">
      <dgm:prSet/>
      <dgm:spPr/>
      <dgm:t>
        <a:bodyPr/>
        <a:lstStyle/>
        <a:p>
          <a:endParaRPr lang="pt-PT" sz="2800"/>
        </a:p>
      </dgm:t>
    </dgm:pt>
    <dgm:pt modelId="{3F39DD04-D864-4802-AD50-DB29A1024C85}" type="sibTrans" cxnId="{59F25D88-50D0-4932-83C5-A7D11B679614}">
      <dgm:prSet/>
      <dgm:spPr/>
      <dgm:t>
        <a:bodyPr/>
        <a:lstStyle/>
        <a:p>
          <a:endParaRPr lang="pt-PT" sz="2800"/>
        </a:p>
      </dgm:t>
    </dgm:pt>
    <dgm:pt modelId="{BCEBC9EE-1225-49F8-AB5D-4C24AC837AF1}">
      <dgm:prSet phldrT="[Texto]" custT="1"/>
      <dgm:spPr/>
      <dgm:t>
        <a:bodyPr/>
        <a:lstStyle/>
        <a:p>
          <a:r>
            <a:rPr lang="pt-PT" sz="1000" dirty="0"/>
            <a:t>1.2.2.2 pavimentos</a:t>
          </a:r>
        </a:p>
      </dgm:t>
    </dgm:pt>
    <dgm:pt modelId="{41B86C2E-8E15-4ECA-9430-190DB292F59D}" type="parTrans" cxnId="{66D2E34B-964F-4F6D-80C2-EA52878294E0}">
      <dgm:prSet/>
      <dgm:spPr/>
      <dgm:t>
        <a:bodyPr/>
        <a:lstStyle/>
        <a:p>
          <a:endParaRPr lang="pt-PT" sz="2800"/>
        </a:p>
      </dgm:t>
    </dgm:pt>
    <dgm:pt modelId="{2983D6FC-0C01-4EC0-BCCC-4781EADEE0A9}" type="sibTrans" cxnId="{66D2E34B-964F-4F6D-80C2-EA52878294E0}">
      <dgm:prSet/>
      <dgm:spPr/>
      <dgm:t>
        <a:bodyPr/>
        <a:lstStyle/>
        <a:p>
          <a:endParaRPr lang="pt-PT" sz="2800"/>
        </a:p>
      </dgm:t>
    </dgm:pt>
    <dgm:pt modelId="{FAAE71DD-26BC-40C9-8699-BA1D2F9B3E14}">
      <dgm:prSet phldrT="[Texto]" custT="1"/>
      <dgm:spPr/>
      <dgm:t>
        <a:bodyPr/>
        <a:lstStyle/>
        <a:p>
          <a:r>
            <a:rPr lang="pt-PT" sz="1000" dirty="0"/>
            <a:t>1.2.3.1 </a:t>
          </a:r>
          <a:r>
            <a:rPr lang="pt-PT" sz="1000" dirty="0" err="1"/>
            <a:t>Inst</a:t>
          </a:r>
          <a:r>
            <a:rPr lang="pt-PT" sz="1000" dirty="0"/>
            <a:t> elétrica</a:t>
          </a:r>
        </a:p>
      </dgm:t>
    </dgm:pt>
    <dgm:pt modelId="{18227EE3-55DE-4EB6-82F9-7D54BF797999}" type="parTrans" cxnId="{AA10E20C-CDDA-4870-87C3-29C6F7AD5CE2}">
      <dgm:prSet/>
      <dgm:spPr/>
      <dgm:t>
        <a:bodyPr/>
        <a:lstStyle/>
        <a:p>
          <a:endParaRPr lang="pt-PT" sz="2800"/>
        </a:p>
      </dgm:t>
    </dgm:pt>
    <dgm:pt modelId="{45508D28-F14F-42BA-933B-4F11DAF98934}" type="sibTrans" cxnId="{AA10E20C-CDDA-4870-87C3-29C6F7AD5CE2}">
      <dgm:prSet/>
      <dgm:spPr/>
      <dgm:t>
        <a:bodyPr/>
        <a:lstStyle/>
        <a:p>
          <a:endParaRPr lang="pt-PT" sz="2800"/>
        </a:p>
      </dgm:t>
    </dgm:pt>
    <dgm:pt modelId="{A75486D6-456A-482A-A428-CAB69E951693}">
      <dgm:prSet phldrT="[Texto]" custT="1"/>
      <dgm:spPr/>
      <dgm:t>
        <a:bodyPr/>
        <a:lstStyle/>
        <a:p>
          <a:r>
            <a:rPr lang="pt-PT" sz="1000" dirty="0"/>
            <a:t>1.2.3.2 Canalizações</a:t>
          </a:r>
        </a:p>
      </dgm:t>
    </dgm:pt>
    <dgm:pt modelId="{94E1E960-F8C6-47A8-8CE7-D689A695A504}" type="parTrans" cxnId="{F91D9F09-3274-497C-AF21-8CD6F7B2E9F8}">
      <dgm:prSet/>
      <dgm:spPr/>
      <dgm:t>
        <a:bodyPr/>
        <a:lstStyle/>
        <a:p>
          <a:endParaRPr lang="pt-PT" sz="2800"/>
        </a:p>
      </dgm:t>
    </dgm:pt>
    <dgm:pt modelId="{4B57A609-4151-46FB-85D6-161D3CA2BCDD}" type="sibTrans" cxnId="{F91D9F09-3274-497C-AF21-8CD6F7B2E9F8}">
      <dgm:prSet/>
      <dgm:spPr/>
      <dgm:t>
        <a:bodyPr/>
        <a:lstStyle/>
        <a:p>
          <a:endParaRPr lang="pt-PT" sz="2800"/>
        </a:p>
      </dgm:t>
    </dgm:pt>
    <dgm:pt modelId="{E4803417-2A58-4AE7-84EB-624A15B81E62}" type="pres">
      <dgm:prSet presAssocID="{27EC8EC6-8681-408E-B4C2-3AED468E8C0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6D479D4-94C7-44C9-B760-1EF01E0495BE}" type="pres">
      <dgm:prSet presAssocID="{27EC8EC6-8681-408E-B4C2-3AED468E8C04}" presName="hierFlow" presStyleCnt="0"/>
      <dgm:spPr/>
    </dgm:pt>
    <dgm:pt modelId="{1A5E6DA0-C26E-4038-AD69-B38177B5D2B8}" type="pres">
      <dgm:prSet presAssocID="{27EC8EC6-8681-408E-B4C2-3AED468E8C0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76414B7-D235-4125-BEBC-8B08EB0C0369}" type="pres">
      <dgm:prSet presAssocID="{1735915E-8701-43E0-A6D8-D9467C3FE48C}" presName="Name14" presStyleCnt="0"/>
      <dgm:spPr/>
    </dgm:pt>
    <dgm:pt modelId="{CA427DA6-2A64-481C-8148-F1ECF7D666D2}" type="pres">
      <dgm:prSet presAssocID="{1735915E-8701-43E0-A6D8-D9467C3FE48C}" presName="level1Shape" presStyleLbl="node0" presStyleIdx="0" presStyleCnt="1" custLinFactY="-261" custLinFactNeighborX="6279" custLinFactNeighborY="-100000">
        <dgm:presLayoutVars>
          <dgm:chPref val="3"/>
        </dgm:presLayoutVars>
      </dgm:prSet>
      <dgm:spPr/>
    </dgm:pt>
    <dgm:pt modelId="{9113C47E-EA88-4106-B8C4-1CAF6E31C1ED}" type="pres">
      <dgm:prSet presAssocID="{1735915E-8701-43E0-A6D8-D9467C3FE48C}" presName="hierChild2" presStyleCnt="0"/>
      <dgm:spPr/>
    </dgm:pt>
    <dgm:pt modelId="{700A3353-3E00-422A-B494-87E6B762D0E8}" type="pres">
      <dgm:prSet presAssocID="{0411A063-834C-4C05-B211-5B66D08BD66E}" presName="Name19" presStyleLbl="parChTrans1D2" presStyleIdx="0" presStyleCnt="3"/>
      <dgm:spPr/>
    </dgm:pt>
    <dgm:pt modelId="{8C63DD1D-D7C4-4FE3-A0B6-C23B9F980B5E}" type="pres">
      <dgm:prSet presAssocID="{4F54E230-0826-4BF0-B09A-8B29A3F156E4}" presName="Name21" presStyleCnt="0"/>
      <dgm:spPr/>
    </dgm:pt>
    <dgm:pt modelId="{06EAEEF5-2EBF-4B15-95C5-EC5C92C54912}" type="pres">
      <dgm:prSet presAssocID="{4F54E230-0826-4BF0-B09A-8B29A3F156E4}" presName="level2Shape" presStyleLbl="node2" presStyleIdx="0" presStyleCnt="3" custScaleX="202297"/>
      <dgm:spPr/>
    </dgm:pt>
    <dgm:pt modelId="{72A57121-6298-4E83-910D-28FF3D4F671D}" type="pres">
      <dgm:prSet presAssocID="{4F54E230-0826-4BF0-B09A-8B29A3F156E4}" presName="hierChild3" presStyleCnt="0"/>
      <dgm:spPr/>
    </dgm:pt>
    <dgm:pt modelId="{4407A955-0392-431E-B622-AC0614054B60}" type="pres">
      <dgm:prSet presAssocID="{C965874D-4E3E-489E-85EB-5DDCF280A615}" presName="Name19" presStyleLbl="parChTrans1D3" presStyleIdx="0" presStyleCnt="7"/>
      <dgm:spPr/>
    </dgm:pt>
    <dgm:pt modelId="{1988ADB2-5A54-4E55-B773-567222E472CE}" type="pres">
      <dgm:prSet presAssocID="{9E6422D1-167C-4106-BDAC-FA9E65AE23F6}" presName="Name21" presStyleCnt="0"/>
      <dgm:spPr/>
    </dgm:pt>
    <dgm:pt modelId="{46A196BB-BE16-4F92-9E10-15F72A62A176}" type="pres">
      <dgm:prSet presAssocID="{9E6422D1-167C-4106-BDAC-FA9E65AE23F6}" presName="level2Shape" presStyleLbl="node3" presStyleIdx="0" presStyleCnt="7"/>
      <dgm:spPr/>
    </dgm:pt>
    <dgm:pt modelId="{E57ADBCE-5E86-4571-9C55-D11681B32E27}" type="pres">
      <dgm:prSet presAssocID="{9E6422D1-167C-4106-BDAC-FA9E65AE23F6}" presName="hierChild3" presStyleCnt="0"/>
      <dgm:spPr/>
    </dgm:pt>
    <dgm:pt modelId="{3B1D36CA-30A6-4751-8ACC-23E3D06137B9}" type="pres">
      <dgm:prSet presAssocID="{9EAE607F-A454-4656-A441-5FB117E0BBE7}" presName="Name19" presStyleLbl="parChTrans1D3" presStyleIdx="1" presStyleCnt="7"/>
      <dgm:spPr/>
    </dgm:pt>
    <dgm:pt modelId="{24F9EEBF-DFF3-48C5-A86F-98D6F7C15854}" type="pres">
      <dgm:prSet presAssocID="{738AC2C5-46F7-4478-86B2-3C862BEAB294}" presName="Name21" presStyleCnt="0"/>
      <dgm:spPr/>
    </dgm:pt>
    <dgm:pt modelId="{8044421C-D60A-43D1-BAE1-C02BDAD56281}" type="pres">
      <dgm:prSet presAssocID="{738AC2C5-46F7-4478-86B2-3C862BEAB294}" presName="level2Shape" presStyleLbl="node3" presStyleIdx="1" presStyleCnt="7" custScaleX="195742"/>
      <dgm:spPr/>
    </dgm:pt>
    <dgm:pt modelId="{3FB7B6DF-C59A-4FD6-AF69-58D62BE60DF7}" type="pres">
      <dgm:prSet presAssocID="{738AC2C5-46F7-4478-86B2-3C862BEAB294}" presName="hierChild3" presStyleCnt="0"/>
      <dgm:spPr/>
    </dgm:pt>
    <dgm:pt modelId="{A9F1AE63-BA60-4EDA-809E-40356C777C75}" type="pres">
      <dgm:prSet presAssocID="{9A97F05F-5095-45C9-B0DA-ED87B1D3F47A}" presName="Name19" presStyleLbl="parChTrans1D2" presStyleIdx="1" presStyleCnt="3"/>
      <dgm:spPr/>
    </dgm:pt>
    <dgm:pt modelId="{E243DFF2-07D3-45F5-8A89-0407E472AF50}" type="pres">
      <dgm:prSet presAssocID="{6337CF61-33D8-44A1-98A7-6F70E14C2B96}" presName="Name21" presStyleCnt="0"/>
      <dgm:spPr/>
    </dgm:pt>
    <dgm:pt modelId="{37CC8F22-4AF5-42F3-AD9B-153E8B9E3F7A}" type="pres">
      <dgm:prSet presAssocID="{6337CF61-33D8-44A1-98A7-6F70E14C2B96}" presName="level2Shape" presStyleLbl="node2" presStyleIdx="1" presStyleCnt="3" custScaleX="131215" custLinFactNeighborX="-35886" custLinFactNeighborY="-40138"/>
      <dgm:spPr/>
    </dgm:pt>
    <dgm:pt modelId="{1A80F407-6AA4-4E69-8E99-DED170732D7A}" type="pres">
      <dgm:prSet presAssocID="{6337CF61-33D8-44A1-98A7-6F70E14C2B96}" presName="hierChild3" presStyleCnt="0"/>
      <dgm:spPr/>
    </dgm:pt>
    <dgm:pt modelId="{D8A0EB60-7A0E-4C89-A4E9-69BC980814AA}" type="pres">
      <dgm:prSet presAssocID="{286D28B7-92E7-4907-84CB-C329B52DB1E4}" presName="Name19" presStyleLbl="parChTrans1D3" presStyleIdx="2" presStyleCnt="7"/>
      <dgm:spPr/>
    </dgm:pt>
    <dgm:pt modelId="{EA97462B-8F80-4AC0-A660-2C0B9FAD519E}" type="pres">
      <dgm:prSet presAssocID="{EE9D06E0-B985-4DC2-BCFD-28A9E6891C5C}" presName="Name21" presStyleCnt="0"/>
      <dgm:spPr/>
    </dgm:pt>
    <dgm:pt modelId="{0ACC9BE0-2B78-4510-87D7-A2894080FAB7}" type="pres">
      <dgm:prSet presAssocID="{EE9D06E0-B985-4DC2-BCFD-28A9E6891C5C}" presName="level2Shape" presStyleLbl="node3" presStyleIdx="2" presStyleCnt="7"/>
      <dgm:spPr/>
    </dgm:pt>
    <dgm:pt modelId="{C2A107AC-9F03-4B37-8301-1D9357235AC2}" type="pres">
      <dgm:prSet presAssocID="{EE9D06E0-B985-4DC2-BCFD-28A9E6891C5C}" presName="hierChild3" presStyleCnt="0"/>
      <dgm:spPr/>
    </dgm:pt>
    <dgm:pt modelId="{505DFF67-FEBB-469D-BB1B-C6F0E3F023D3}" type="pres">
      <dgm:prSet presAssocID="{E9480D54-FDE1-49F7-A0FC-B0830CDCFE24}" presName="Name19" presStyleLbl="parChTrans1D4" presStyleIdx="0" presStyleCnt="6"/>
      <dgm:spPr/>
    </dgm:pt>
    <dgm:pt modelId="{68A8A874-A535-4AB0-A2AF-03E02E74C2A8}" type="pres">
      <dgm:prSet presAssocID="{DA49C6B1-AAC4-4A1C-A1EA-EE8E140C9FCD}" presName="Name21" presStyleCnt="0"/>
      <dgm:spPr/>
    </dgm:pt>
    <dgm:pt modelId="{DE8485B6-1E7C-453B-8BDD-7493FE8052CE}" type="pres">
      <dgm:prSet presAssocID="{DA49C6B1-AAC4-4A1C-A1EA-EE8E140C9FCD}" presName="level2Shape" presStyleLbl="node4" presStyleIdx="0" presStyleCnt="6"/>
      <dgm:spPr/>
    </dgm:pt>
    <dgm:pt modelId="{944AAC81-DDD9-465D-A49B-4F94BD9ABAF1}" type="pres">
      <dgm:prSet presAssocID="{DA49C6B1-AAC4-4A1C-A1EA-EE8E140C9FCD}" presName="hierChild3" presStyleCnt="0"/>
      <dgm:spPr/>
    </dgm:pt>
    <dgm:pt modelId="{37DED1CD-4004-419C-9CB2-7C372269A3F3}" type="pres">
      <dgm:prSet presAssocID="{0AA339C8-6A25-408B-A2EE-A01F1E98F7D1}" presName="Name19" presStyleLbl="parChTrans1D4" presStyleIdx="1" presStyleCnt="6"/>
      <dgm:spPr/>
    </dgm:pt>
    <dgm:pt modelId="{CEDEC04D-4BAD-4EBD-B83D-D653CECE9D65}" type="pres">
      <dgm:prSet presAssocID="{8D29130B-CAB9-4753-BD92-86A8D0A9E048}" presName="Name21" presStyleCnt="0"/>
      <dgm:spPr/>
    </dgm:pt>
    <dgm:pt modelId="{5977B846-2D0A-4B8F-8EA9-BEE29060B433}" type="pres">
      <dgm:prSet presAssocID="{8D29130B-CAB9-4753-BD92-86A8D0A9E048}" presName="level2Shape" presStyleLbl="node4" presStyleIdx="1" presStyleCnt="6"/>
      <dgm:spPr/>
    </dgm:pt>
    <dgm:pt modelId="{05FA4E7B-1768-4513-93A9-F1EE0D51EF97}" type="pres">
      <dgm:prSet presAssocID="{8D29130B-CAB9-4753-BD92-86A8D0A9E048}" presName="hierChild3" presStyleCnt="0"/>
      <dgm:spPr/>
    </dgm:pt>
    <dgm:pt modelId="{275C3873-CF2B-461B-9534-BEC262F4044A}" type="pres">
      <dgm:prSet presAssocID="{7B7B0928-E572-4937-8EFA-585D84EC33D2}" presName="Name19" presStyleLbl="parChTrans1D3" presStyleIdx="3" presStyleCnt="7"/>
      <dgm:spPr/>
    </dgm:pt>
    <dgm:pt modelId="{3FF7A20B-7D32-414E-9481-EF9D590EF105}" type="pres">
      <dgm:prSet presAssocID="{A8D1447D-CD83-482D-B6FD-444D0C871721}" presName="Name21" presStyleCnt="0"/>
      <dgm:spPr/>
    </dgm:pt>
    <dgm:pt modelId="{E0A44D16-BABA-4516-849E-B8052C1BF084}" type="pres">
      <dgm:prSet presAssocID="{A8D1447D-CD83-482D-B6FD-444D0C871721}" presName="level2Shape" presStyleLbl="node3" presStyleIdx="3" presStyleCnt="7"/>
      <dgm:spPr/>
    </dgm:pt>
    <dgm:pt modelId="{D7852AD5-2A53-472A-9661-0917ED07AA55}" type="pres">
      <dgm:prSet presAssocID="{A8D1447D-CD83-482D-B6FD-444D0C871721}" presName="hierChild3" presStyleCnt="0"/>
      <dgm:spPr/>
    </dgm:pt>
    <dgm:pt modelId="{F1D86C73-C647-408D-886E-82427D4B384A}" type="pres">
      <dgm:prSet presAssocID="{30756B99-946D-48C3-A5AE-CDFEC34E833F}" presName="Name19" presStyleLbl="parChTrans1D4" presStyleIdx="2" presStyleCnt="6"/>
      <dgm:spPr/>
    </dgm:pt>
    <dgm:pt modelId="{4549A45A-694B-490C-9363-7F894A849B70}" type="pres">
      <dgm:prSet presAssocID="{8035DA57-F58C-42F9-8711-C57A1DD86E1C}" presName="Name21" presStyleCnt="0"/>
      <dgm:spPr/>
    </dgm:pt>
    <dgm:pt modelId="{529D17C3-CCBB-4AA9-883F-B390EF837B40}" type="pres">
      <dgm:prSet presAssocID="{8035DA57-F58C-42F9-8711-C57A1DD86E1C}" presName="level2Shape" presStyleLbl="node4" presStyleIdx="2" presStyleCnt="6"/>
      <dgm:spPr/>
    </dgm:pt>
    <dgm:pt modelId="{832C118B-DA8D-44BF-AF83-E4BB12BBCFE6}" type="pres">
      <dgm:prSet presAssocID="{8035DA57-F58C-42F9-8711-C57A1DD86E1C}" presName="hierChild3" presStyleCnt="0"/>
      <dgm:spPr/>
    </dgm:pt>
    <dgm:pt modelId="{29782F52-B0B2-460A-BFF7-60A5BBA47BE5}" type="pres">
      <dgm:prSet presAssocID="{41B86C2E-8E15-4ECA-9430-190DB292F59D}" presName="Name19" presStyleLbl="parChTrans1D4" presStyleIdx="3" presStyleCnt="6"/>
      <dgm:spPr/>
    </dgm:pt>
    <dgm:pt modelId="{13938297-1861-4E9F-8210-44347134A161}" type="pres">
      <dgm:prSet presAssocID="{BCEBC9EE-1225-49F8-AB5D-4C24AC837AF1}" presName="Name21" presStyleCnt="0"/>
      <dgm:spPr/>
    </dgm:pt>
    <dgm:pt modelId="{2E00C62F-7425-4E98-8120-ADA78AE66BD2}" type="pres">
      <dgm:prSet presAssocID="{BCEBC9EE-1225-49F8-AB5D-4C24AC837AF1}" presName="level2Shape" presStyleLbl="node4" presStyleIdx="3" presStyleCnt="6" custScaleX="112319"/>
      <dgm:spPr/>
    </dgm:pt>
    <dgm:pt modelId="{226C7B9F-7F6C-4077-8F43-FE2FB4EBD311}" type="pres">
      <dgm:prSet presAssocID="{BCEBC9EE-1225-49F8-AB5D-4C24AC837AF1}" presName="hierChild3" presStyleCnt="0"/>
      <dgm:spPr/>
    </dgm:pt>
    <dgm:pt modelId="{1285292F-F3E8-4755-BB26-57F2DE515572}" type="pres">
      <dgm:prSet presAssocID="{D37D43D4-76A5-4F8A-828B-B3FE09CBDB95}" presName="Name19" presStyleLbl="parChTrans1D3" presStyleIdx="4" presStyleCnt="7"/>
      <dgm:spPr/>
    </dgm:pt>
    <dgm:pt modelId="{0B791E0C-7AEA-41B0-96EB-3EF0876CD380}" type="pres">
      <dgm:prSet presAssocID="{FCC07005-489D-4182-80EB-9F46C063C971}" presName="Name21" presStyleCnt="0"/>
      <dgm:spPr/>
    </dgm:pt>
    <dgm:pt modelId="{CDA6A3A2-FD6D-4E52-B6F8-87B967AA5921}" type="pres">
      <dgm:prSet presAssocID="{FCC07005-489D-4182-80EB-9F46C063C971}" presName="level2Shape" presStyleLbl="node3" presStyleIdx="4" presStyleCnt="7"/>
      <dgm:spPr/>
    </dgm:pt>
    <dgm:pt modelId="{D59B017B-6C64-4D29-9C63-8480DA5038CE}" type="pres">
      <dgm:prSet presAssocID="{FCC07005-489D-4182-80EB-9F46C063C971}" presName="hierChild3" presStyleCnt="0"/>
      <dgm:spPr/>
    </dgm:pt>
    <dgm:pt modelId="{F64B43C0-EF13-480C-B806-47E0993A97B7}" type="pres">
      <dgm:prSet presAssocID="{18227EE3-55DE-4EB6-82F9-7D54BF797999}" presName="Name19" presStyleLbl="parChTrans1D4" presStyleIdx="4" presStyleCnt="6"/>
      <dgm:spPr/>
    </dgm:pt>
    <dgm:pt modelId="{883DF083-AD31-4371-8E8F-BE8E7698BE16}" type="pres">
      <dgm:prSet presAssocID="{FAAE71DD-26BC-40C9-8699-BA1D2F9B3E14}" presName="Name21" presStyleCnt="0"/>
      <dgm:spPr/>
    </dgm:pt>
    <dgm:pt modelId="{44C88FDA-7B75-4387-B868-85CF60E1E6BA}" type="pres">
      <dgm:prSet presAssocID="{FAAE71DD-26BC-40C9-8699-BA1D2F9B3E14}" presName="level2Shape" presStyleLbl="node4" presStyleIdx="4" presStyleCnt="6"/>
      <dgm:spPr/>
    </dgm:pt>
    <dgm:pt modelId="{B0DFFF67-1B36-4C4B-9DDA-7F0996357690}" type="pres">
      <dgm:prSet presAssocID="{FAAE71DD-26BC-40C9-8699-BA1D2F9B3E14}" presName="hierChild3" presStyleCnt="0"/>
      <dgm:spPr/>
    </dgm:pt>
    <dgm:pt modelId="{8D626D58-1FDD-47DB-B5D1-DB931869FF75}" type="pres">
      <dgm:prSet presAssocID="{94E1E960-F8C6-47A8-8CE7-D689A695A504}" presName="Name19" presStyleLbl="parChTrans1D4" presStyleIdx="5" presStyleCnt="6"/>
      <dgm:spPr/>
    </dgm:pt>
    <dgm:pt modelId="{AFDF3863-94A1-42E0-87E0-C3F7FCFC387A}" type="pres">
      <dgm:prSet presAssocID="{A75486D6-456A-482A-A428-CAB69E951693}" presName="Name21" presStyleCnt="0"/>
      <dgm:spPr/>
    </dgm:pt>
    <dgm:pt modelId="{07B8074D-A09E-4536-9660-A6151110AA3C}" type="pres">
      <dgm:prSet presAssocID="{A75486D6-456A-482A-A428-CAB69E951693}" presName="level2Shape" presStyleLbl="node4" presStyleIdx="5" presStyleCnt="6" custScaleX="110796"/>
      <dgm:spPr/>
    </dgm:pt>
    <dgm:pt modelId="{C1727618-5259-4D62-A97E-BD90F405CE7F}" type="pres">
      <dgm:prSet presAssocID="{A75486D6-456A-482A-A428-CAB69E951693}" presName="hierChild3" presStyleCnt="0"/>
      <dgm:spPr/>
    </dgm:pt>
    <dgm:pt modelId="{66AA42C9-96E8-44A9-8DEB-3700A50EBCA9}" type="pres">
      <dgm:prSet presAssocID="{805D5F4B-1800-472A-8F61-CBB57481E56A}" presName="Name19" presStyleLbl="parChTrans1D2" presStyleIdx="2" presStyleCnt="3"/>
      <dgm:spPr/>
    </dgm:pt>
    <dgm:pt modelId="{788424B8-175E-482C-A280-515E208BA573}" type="pres">
      <dgm:prSet presAssocID="{DA71F5F8-BFF5-4AC2-B20A-554FB047FB42}" presName="Name21" presStyleCnt="0"/>
      <dgm:spPr/>
    </dgm:pt>
    <dgm:pt modelId="{302A68A9-5007-45A7-9F69-990212F5DAC2}" type="pres">
      <dgm:prSet presAssocID="{DA71F5F8-BFF5-4AC2-B20A-554FB047FB42}" presName="level2Shape" presStyleLbl="node2" presStyleIdx="2" presStyleCnt="3" custScaleX="117567"/>
      <dgm:spPr/>
    </dgm:pt>
    <dgm:pt modelId="{1F36088A-9BC7-4706-9785-1CBF4261286C}" type="pres">
      <dgm:prSet presAssocID="{DA71F5F8-BFF5-4AC2-B20A-554FB047FB42}" presName="hierChild3" presStyleCnt="0"/>
      <dgm:spPr/>
    </dgm:pt>
    <dgm:pt modelId="{7505F378-AE5C-44AE-ADCD-9AEBD20114B5}" type="pres">
      <dgm:prSet presAssocID="{87AD0CD1-D8C8-4489-B54C-F221FC987AF5}" presName="Name19" presStyleLbl="parChTrans1D3" presStyleIdx="5" presStyleCnt="7"/>
      <dgm:spPr/>
    </dgm:pt>
    <dgm:pt modelId="{C93803E2-3240-4BA5-8FF1-069A42D833EF}" type="pres">
      <dgm:prSet presAssocID="{20D6218A-CB51-4416-83DF-EB013C7256AB}" presName="Name21" presStyleCnt="0"/>
      <dgm:spPr/>
    </dgm:pt>
    <dgm:pt modelId="{6DED9CC4-FA55-4E43-ADE7-A16ADC140AC8}" type="pres">
      <dgm:prSet presAssocID="{20D6218A-CB51-4416-83DF-EB013C7256AB}" presName="level2Shape" presStyleLbl="node3" presStyleIdx="5" presStyleCnt="7"/>
      <dgm:spPr/>
    </dgm:pt>
    <dgm:pt modelId="{9DC5D767-C57D-4190-B506-44DB58487C6A}" type="pres">
      <dgm:prSet presAssocID="{20D6218A-CB51-4416-83DF-EB013C7256AB}" presName="hierChild3" presStyleCnt="0"/>
      <dgm:spPr/>
    </dgm:pt>
    <dgm:pt modelId="{D8131FAB-71C9-4CC0-AC93-23B5FE56EFFC}" type="pres">
      <dgm:prSet presAssocID="{1FB42003-FF6E-4E14-A153-E0942FD171A5}" presName="Name19" presStyleLbl="parChTrans1D3" presStyleIdx="6" presStyleCnt="7"/>
      <dgm:spPr/>
    </dgm:pt>
    <dgm:pt modelId="{74638E40-7228-4C19-A9D9-6F164BB4AE9D}" type="pres">
      <dgm:prSet presAssocID="{C8C687D0-AA06-432F-85C5-9BFB9F171B80}" presName="Name21" presStyleCnt="0"/>
      <dgm:spPr/>
    </dgm:pt>
    <dgm:pt modelId="{88C3D592-629C-47FC-8E37-78C649D86A3A}" type="pres">
      <dgm:prSet presAssocID="{C8C687D0-AA06-432F-85C5-9BFB9F171B80}" presName="level2Shape" presStyleLbl="node3" presStyleIdx="6" presStyleCnt="7"/>
      <dgm:spPr/>
    </dgm:pt>
    <dgm:pt modelId="{B886E6B8-E43A-44B6-BF36-D6342F37AE87}" type="pres">
      <dgm:prSet presAssocID="{C8C687D0-AA06-432F-85C5-9BFB9F171B80}" presName="hierChild3" presStyleCnt="0"/>
      <dgm:spPr/>
    </dgm:pt>
    <dgm:pt modelId="{7E62DF7F-B7CE-43DF-9884-CDD11FAD22A0}" type="pres">
      <dgm:prSet presAssocID="{27EC8EC6-8681-408E-B4C2-3AED468E8C04}" presName="bgShapesFlow" presStyleCnt="0"/>
      <dgm:spPr/>
    </dgm:pt>
  </dgm:ptLst>
  <dgm:cxnLst>
    <dgm:cxn modelId="{D2A34300-9123-45AB-9D86-B9E675D3DDE6}" type="presOf" srcId="{A75486D6-456A-482A-A428-CAB69E951693}" destId="{07B8074D-A09E-4536-9660-A6151110AA3C}" srcOrd="0" destOrd="0" presId="urn:microsoft.com/office/officeart/2005/8/layout/hierarchy6"/>
    <dgm:cxn modelId="{7D298100-76C3-4393-9BCF-2827D5D2CC9C}" type="presOf" srcId="{DA71F5F8-BFF5-4AC2-B20A-554FB047FB42}" destId="{302A68A9-5007-45A7-9F69-990212F5DAC2}" srcOrd="0" destOrd="0" presId="urn:microsoft.com/office/officeart/2005/8/layout/hierarchy6"/>
    <dgm:cxn modelId="{D74D0D05-F38B-4E57-88A4-BF65744C79F5}" type="presOf" srcId="{9A97F05F-5095-45C9-B0DA-ED87B1D3F47A}" destId="{A9F1AE63-BA60-4EDA-809E-40356C777C75}" srcOrd="0" destOrd="0" presId="urn:microsoft.com/office/officeart/2005/8/layout/hierarchy6"/>
    <dgm:cxn modelId="{F91D9F09-3274-497C-AF21-8CD6F7B2E9F8}" srcId="{FCC07005-489D-4182-80EB-9F46C063C971}" destId="{A75486D6-456A-482A-A428-CAB69E951693}" srcOrd="1" destOrd="0" parTransId="{94E1E960-F8C6-47A8-8CE7-D689A695A504}" sibTransId="{4B57A609-4151-46FB-85D6-161D3CA2BCDD}"/>
    <dgm:cxn modelId="{280D0D0A-ED10-4194-A340-DB2239A20114}" type="presOf" srcId="{738AC2C5-46F7-4478-86B2-3C862BEAB294}" destId="{8044421C-D60A-43D1-BAE1-C02BDAD56281}" srcOrd="0" destOrd="0" presId="urn:microsoft.com/office/officeart/2005/8/layout/hierarchy6"/>
    <dgm:cxn modelId="{AA10E20C-CDDA-4870-87C3-29C6F7AD5CE2}" srcId="{FCC07005-489D-4182-80EB-9F46C063C971}" destId="{FAAE71DD-26BC-40C9-8699-BA1D2F9B3E14}" srcOrd="0" destOrd="0" parTransId="{18227EE3-55DE-4EB6-82F9-7D54BF797999}" sibTransId="{45508D28-F14F-42BA-933B-4F11DAF98934}"/>
    <dgm:cxn modelId="{D3B26D0F-B88B-45DB-946C-47DAF790DBD2}" srcId="{EE9D06E0-B985-4DC2-BCFD-28A9E6891C5C}" destId="{8D29130B-CAB9-4753-BD92-86A8D0A9E048}" srcOrd="1" destOrd="0" parTransId="{0AA339C8-6A25-408B-A2EE-A01F1E98F7D1}" sibTransId="{8E8FF01E-0474-4522-92F0-63F73B12AD28}"/>
    <dgm:cxn modelId="{B5B37E15-B517-42B3-B9EA-A6148EA802E1}" type="presOf" srcId="{8D29130B-CAB9-4753-BD92-86A8D0A9E048}" destId="{5977B846-2D0A-4B8F-8EA9-BEE29060B433}" srcOrd="0" destOrd="0" presId="urn:microsoft.com/office/officeart/2005/8/layout/hierarchy6"/>
    <dgm:cxn modelId="{7F8FE11C-E1D5-4DD4-9752-122FAFE3FEFD}" type="presOf" srcId="{20D6218A-CB51-4416-83DF-EB013C7256AB}" destId="{6DED9CC4-FA55-4E43-ADE7-A16ADC140AC8}" srcOrd="0" destOrd="0" presId="urn:microsoft.com/office/officeart/2005/8/layout/hierarchy6"/>
    <dgm:cxn modelId="{7744721E-8EA7-44C3-8762-A7F679433DA6}" srcId="{6337CF61-33D8-44A1-98A7-6F70E14C2B96}" destId="{A8D1447D-CD83-482D-B6FD-444D0C871721}" srcOrd="1" destOrd="0" parTransId="{7B7B0928-E572-4937-8EFA-585D84EC33D2}" sibTransId="{69937143-06E8-4927-A6C7-431B18AC42D1}"/>
    <dgm:cxn modelId="{0FE77C2F-DD30-4BD2-9664-C96077F07A79}" srcId="{4F54E230-0826-4BF0-B09A-8B29A3F156E4}" destId="{9E6422D1-167C-4106-BDAC-FA9E65AE23F6}" srcOrd="0" destOrd="0" parTransId="{C965874D-4E3E-489E-85EB-5DDCF280A615}" sibTransId="{34A6D562-747E-4070-8511-7214CA50D42B}"/>
    <dgm:cxn modelId="{F1072637-278E-4976-9476-FA10027CFF20}" type="presOf" srcId="{0AA339C8-6A25-408B-A2EE-A01F1E98F7D1}" destId="{37DED1CD-4004-419C-9CB2-7C372269A3F3}" srcOrd="0" destOrd="0" presId="urn:microsoft.com/office/officeart/2005/8/layout/hierarchy6"/>
    <dgm:cxn modelId="{FA522637-CF29-4575-83F4-927A0C11DDD5}" type="presOf" srcId="{30756B99-946D-48C3-A5AE-CDFEC34E833F}" destId="{F1D86C73-C647-408D-886E-82427D4B384A}" srcOrd="0" destOrd="0" presId="urn:microsoft.com/office/officeart/2005/8/layout/hierarchy6"/>
    <dgm:cxn modelId="{F894953A-F717-46AC-9E0A-EF4D43D772ED}" type="presOf" srcId="{D37D43D4-76A5-4F8A-828B-B3FE09CBDB95}" destId="{1285292F-F3E8-4755-BB26-57F2DE515572}" srcOrd="0" destOrd="0" presId="urn:microsoft.com/office/officeart/2005/8/layout/hierarchy6"/>
    <dgm:cxn modelId="{6261AC40-EE8B-4ADC-9EBC-8E1BE9FE9984}" type="presOf" srcId="{27EC8EC6-8681-408E-B4C2-3AED468E8C04}" destId="{E4803417-2A58-4AE7-84EB-624A15B81E62}" srcOrd="0" destOrd="0" presId="urn:microsoft.com/office/officeart/2005/8/layout/hierarchy6"/>
    <dgm:cxn modelId="{8FFC6D5E-BAAC-4D22-97E0-F35787BDFFA1}" type="presOf" srcId="{C965874D-4E3E-489E-85EB-5DDCF280A615}" destId="{4407A955-0392-431E-B622-AC0614054B60}" srcOrd="0" destOrd="0" presId="urn:microsoft.com/office/officeart/2005/8/layout/hierarchy6"/>
    <dgm:cxn modelId="{E3869942-FC69-4A4D-B11F-7A20EFC55699}" type="presOf" srcId="{6337CF61-33D8-44A1-98A7-6F70E14C2B96}" destId="{37CC8F22-4AF5-42F3-AD9B-153E8B9E3F7A}" srcOrd="0" destOrd="0" presId="urn:microsoft.com/office/officeart/2005/8/layout/hierarchy6"/>
    <dgm:cxn modelId="{06784343-A4B6-4A8F-AFF9-A73B4BF33CBA}" srcId="{DA71F5F8-BFF5-4AC2-B20A-554FB047FB42}" destId="{20D6218A-CB51-4416-83DF-EB013C7256AB}" srcOrd="0" destOrd="0" parTransId="{87AD0CD1-D8C8-4489-B54C-F221FC987AF5}" sibTransId="{34E5B192-5592-4B02-B334-B2D921F36C84}"/>
    <dgm:cxn modelId="{66D2E34B-964F-4F6D-80C2-EA52878294E0}" srcId="{A8D1447D-CD83-482D-B6FD-444D0C871721}" destId="{BCEBC9EE-1225-49F8-AB5D-4C24AC837AF1}" srcOrd="1" destOrd="0" parTransId="{41B86C2E-8E15-4ECA-9430-190DB292F59D}" sibTransId="{2983D6FC-0C01-4EC0-BCCC-4781EADEE0A9}"/>
    <dgm:cxn modelId="{6977DB6C-B78D-467D-8282-613EEAF725A7}" type="presOf" srcId="{E9480D54-FDE1-49F7-A0FC-B0830CDCFE24}" destId="{505DFF67-FEBB-469D-BB1B-C6F0E3F023D3}" srcOrd="0" destOrd="0" presId="urn:microsoft.com/office/officeart/2005/8/layout/hierarchy6"/>
    <dgm:cxn modelId="{D1CD4950-91F0-4F6F-98C0-F3692802FBFE}" type="presOf" srcId="{286D28B7-92E7-4907-84CB-C329B52DB1E4}" destId="{D8A0EB60-7A0E-4C89-A4E9-69BC980814AA}" srcOrd="0" destOrd="0" presId="urn:microsoft.com/office/officeart/2005/8/layout/hierarchy6"/>
    <dgm:cxn modelId="{C5F7C673-AEBD-45FD-9922-B64BB6A57F9C}" type="presOf" srcId="{18227EE3-55DE-4EB6-82F9-7D54BF797999}" destId="{F64B43C0-EF13-480C-B806-47E0993A97B7}" srcOrd="0" destOrd="0" presId="urn:microsoft.com/office/officeart/2005/8/layout/hierarchy6"/>
    <dgm:cxn modelId="{843FB174-BA79-440B-837B-4FD9A24329E3}" srcId="{1735915E-8701-43E0-A6D8-D9467C3FE48C}" destId="{4F54E230-0826-4BF0-B09A-8B29A3F156E4}" srcOrd="0" destOrd="0" parTransId="{0411A063-834C-4C05-B211-5B66D08BD66E}" sibTransId="{FE4ED744-2FDF-4C15-92E3-3564B7D4E592}"/>
    <dgm:cxn modelId="{E51E9576-743B-4045-B8B3-75029E1BFE98}" type="presOf" srcId="{C8C687D0-AA06-432F-85C5-9BFB9F171B80}" destId="{88C3D592-629C-47FC-8E37-78C649D86A3A}" srcOrd="0" destOrd="0" presId="urn:microsoft.com/office/officeart/2005/8/layout/hierarchy6"/>
    <dgm:cxn modelId="{9D9E077C-8003-4E33-9AD9-7000BA036C6D}" srcId="{6337CF61-33D8-44A1-98A7-6F70E14C2B96}" destId="{EE9D06E0-B985-4DC2-BCFD-28A9E6891C5C}" srcOrd="0" destOrd="0" parTransId="{286D28B7-92E7-4907-84CB-C329B52DB1E4}" sibTransId="{C44A6082-8DB4-40AC-866B-FF331259F79D}"/>
    <dgm:cxn modelId="{84B4AD7E-EED7-40BA-B7EB-1FD8BE319835}" type="presOf" srcId="{FCC07005-489D-4182-80EB-9F46C063C971}" destId="{CDA6A3A2-FD6D-4E52-B6F8-87B967AA5921}" srcOrd="0" destOrd="0" presId="urn:microsoft.com/office/officeart/2005/8/layout/hierarchy6"/>
    <dgm:cxn modelId="{841BAB81-3DB6-42EF-A51E-07CEEB5F6B29}" type="presOf" srcId="{805D5F4B-1800-472A-8F61-CBB57481E56A}" destId="{66AA42C9-96E8-44A9-8DEB-3700A50EBCA9}" srcOrd="0" destOrd="0" presId="urn:microsoft.com/office/officeart/2005/8/layout/hierarchy6"/>
    <dgm:cxn modelId="{59F25D88-50D0-4932-83C5-A7D11B679614}" srcId="{A8D1447D-CD83-482D-B6FD-444D0C871721}" destId="{8035DA57-F58C-42F9-8711-C57A1DD86E1C}" srcOrd="0" destOrd="0" parTransId="{30756B99-946D-48C3-A5AE-CDFEC34E833F}" sibTransId="{3F39DD04-D864-4802-AD50-DB29A1024C85}"/>
    <dgm:cxn modelId="{A43C9E88-4792-4394-A9AB-1A3B76E8E3EC}" srcId="{4F54E230-0826-4BF0-B09A-8B29A3F156E4}" destId="{738AC2C5-46F7-4478-86B2-3C862BEAB294}" srcOrd="1" destOrd="0" parTransId="{9EAE607F-A454-4656-A441-5FB117E0BBE7}" sibTransId="{9A736674-BD89-4E14-88FB-1D2D58FB5FCF}"/>
    <dgm:cxn modelId="{2592AC88-D98B-40F9-829C-1528020769F1}" srcId="{27EC8EC6-8681-408E-B4C2-3AED468E8C04}" destId="{1735915E-8701-43E0-A6D8-D9467C3FE48C}" srcOrd="0" destOrd="0" parTransId="{650E90F0-C272-4A60-A1D3-3D4633106366}" sibTransId="{EB05D146-6C54-4313-9264-C02D58EB4178}"/>
    <dgm:cxn modelId="{6B30708C-60B2-41BE-8DDB-C477B114EEBB}" type="presOf" srcId="{EE9D06E0-B985-4DC2-BCFD-28A9E6891C5C}" destId="{0ACC9BE0-2B78-4510-87D7-A2894080FAB7}" srcOrd="0" destOrd="0" presId="urn:microsoft.com/office/officeart/2005/8/layout/hierarchy6"/>
    <dgm:cxn modelId="{EC8AEE99-D864-4A0E-98B6-4FF63D6BAAEA}" srcId="{1735915E-8701-43E0-A6D8-D9467C3FE48C}" destId="{6337CF61-33D8-44A1-98A7-6F70E14C2B96}" srcOrd="1" destOrd="0" parTransId="{9A97F05F-5095-45C9-B0DA-ED87B1D3F47A}" sibTransId="{595DDD2D-FDC0-4F66-9212-63D45DDF1150}"/>
    <dgm:cxn modelId="{1586B69C-07CC-4131-86D4-7CF8B6C90CFE}" type="presOf" srcId="{9E6422D1-167C-4106-BDAC-FA9E65AE23F6}" destId="{46A196BB-BE16-4F92-9E10-15F72A62A176}" srcOrd="0" destOrd="0" presId="urn:microsoft.com/office/officeart/2005/8/layout/hierarchy6"/>
    <dgm:cxn modelId="{23C7A5A3-6301-49B1-99E0-233BDC168709}" srcId="{1735915E-8701-43E0-A6D8-D9467C3FE48C}" destId="{DA71F5F8-BFF5-4AC2-B20A-554FB047FB42}" srcOrd="2" destOrd="0" parTransId="{805D5F4B-1800-472A-8F61-CBB57481E56A}" sibTransId="{317EFF3B-2D61-4D25-8A51-04E8FBDF241E}"/>
    <dgm:cxn modelId="{352357A4-9D55-45C3-8F2A-C721897EAAAB}" type="presOf" srcId="{7B7B0928-E572-4937-8EFA-585D84EC33D2}" destId="{275C3873-CF2B-461B-9534-BEC262F4044A}" srcOrd="0" destOrd="0" presId="urn:microsoft.com/office/officeart/2005/8/layout/hierarchy6"/>
    <dgm:cxn modelId="{9EB4E8A4-0FF1-42AA-A948-81EF00B864D0}" type="presOf" srcId="{0411A063-834C-4C05-B211-5B66D08BD66E}" destId="{700A3353-3E00-422A-B494-87E6B762D0E8}" srcOrd="0" destOrd="0" presId="urn:microsoft.com/office/officeart/2005/8/layout/hierarchy6"/>
    <dgm:cxn modelId="{45B76BA9-E0EE-4B27-893A-C9D0DE6EA094}" type="presOf" srcId="{1FB42003-FF6E-4E14-A153-E0942FD171A5}" destId="{D8131FAB-71C9-4CC0-AC93-23B5FE56EFFC}" srcOrd="0" destOrd="0" presId="urn:microsoft.com/office/officeart/2005/8/layout/hierarchy6"/>
    <dgm:cxn modelId="{249883AA-67C6-449F-AD3D-4297AE469F9B}" srcId="{EE9D06E0-B985-4DC2-BCFD-28A9E6891C5C}" destId="{DA49C6B1-AAC4-4A1C-A1EA-EE8E140C9FCD}" srcOrd="0" destOrd="0" parTransId="{E9480D54-FDE1-49F7-A0FC-B0830CDCFE24}" sibTransId="{86CB4EF6-B455-4C93-A307-A4F17B3C7324}"/>
    <dgm:cxn modelId="{9F7C3CB0-5AF0-4C2A-941F-A93126CA700F}" type="presOf" srcId="{9EAE607F-A454-4656-A441-5FB117E0BBE7}" destId="{3B1D36CA-30A6-4751-8ACC-23E3D06137B9}" srcOrd="0" destOrd="0" presId="urn:microsoft.com/office/officeart/2005/8/layout/hierarchy6"/>
    <dgm:cxn modelId="{23C65BB8-739E-43D4-BFD3-D75D21E75EFC}" type="presOf" srcId="{94E1E960-F8C6-47A8-8CE7-D689A695A504}" destId="{8D626D58-1FDD-47DB-B5D1-DB931869FF75}" srcOrd="0" destOrd="0" presId="urn:microsoft.com/office/officeart/2005/8/layout/hierarchy6"/>
    <dgm:cxn modelId="{784EABBD-D229-4B51-91B3-DCD41868DD2E}" type="presOf" srcId="{4F54E230-0826-4BF0-B09A-8B29A3F156E4}" destId="{06EAEEF5-2EBF-4B15-95C5-EC5C92C54912}" srcOrd="0" destOrd="0" presId="urn:microsoft.com/office/officeart/2005/8/layout/hierarchy6"/>
    <dgm:cxn modelId="{0375E3C0-B2DA-472D-AA85-F9601B8C71DF}" type="presOf" srcId="{1735915E-8701-43E0-A6D8-D9467C3FE48C}" destId="{CA427DA6-2A64-481C-8148-F1ECF7D666D2}" srcOrd="0" destOrd="0" presId="urn:microsoft.com/office/officeart/2005/8/layout/hierarchy6"/>
    <dgm:cxn modelId="{F9ED82C2-FA7B-4DC3-A81E-963B5FA17587}" type="presOf" srcId="{41B86C2E-8E15-4ECA-9430-190DB292F59D}" destId="{29782F52-B0B2-460A-BFF7-60A5BBA47BE5}" srcOrd="0" destOrd="0" presId="urn:microsoft.com/office/officeart/2005/8/layout/hierarchy6"/>
    <dgm:cxn modelId="{1A8C57D0-B09A-4058-994C-3708AD59F390}" type="presOf" srcId="{BCEBC9EE-1225-49F8-AB5D-4C24AC837AF1}" destId="{2E00C62F-7425-4E98-8120-ADA78AE66BD2}" srcOrd="0" destOrd="0" presId="urn:microsoft.com/office/officeart/2005/8/layout/hierarchy6"/>
    <dgm:cxn modelId="{600CEFD5-429F-48A6-BAEE-25A0D7F9B679}" type="presOf" srcId="{FAAE71DD-26BC-40C9-8699-BA1D2F9B3E14}" destId="{44C88FDA-7B75-4387-B868-85CF60E1E6BA}" srcOrd="0" destOrd="0" presId="urn:microsoft.com/office/officeart/2005/8/layout/hierarchy6"/>
    <dgm:cxn modelId="{77ACDBD6-DB0C-48FC-916C-9043ACD52A43}" type="presOf" srcId="{87AD0CD1-D8C8-4489-B54C-F221FC987AF5}" destId="{7505F378-AE5C-44AE-ADCD-9AEBD20114B5}" srcOrd="0" destOrd="0" presId="urn:microsoft.com/office/officeart/2005/8/layout/hierarchy6"/>
    <dgm:cxn modelId="{5F5180E6-4A79-407B-9D80-F25E44A32DDF}" type="presOf" srcId="{8035DA57-F58C-42F9-8711-C57A1DD86E1C}" destId="{529D17C3-CCBB-4AA9-883F-B390EF837B40}" srcOrd="0" destOrd="0" presId="urn:microsoft.com/office/officeart/2005/8/layout/hierarchy6"/>
    <dgm:cxn modelId="{CA31A5E8-113F-4CBB-84C4-69C391C77B54}" type="presOf" srcId="{DA49C6B1-AAC4-4A1C-A1EA-EE8E140C9FCD}" destId="{DE8485B6-1E7C-453B-8BDD-7493FE8052CE}" srcOrd="0" destOrd="0" presId="urn:microsoft.com/office/officeart/2005/8/layout/hierarchy6"/>
    <dgm:cxn modelId="{BB126EEC-13C0-4002-AFBF-366B6E8E5C10}" srcId="{DA71F5F8-BFF5-4AC2-B20A-554FB047FB42}" destId="{C8C687D0-AA06-432F-85C5-9BFB9F171B80}" srcOrd="1" destOrd="0" parTransId="{1FB42003-FF6E-4E14-A153-E0942FD171A5}" sibTransId="{F4118EF3-C9CB-4185-92CF-76576979700E}"/>
    <dgm:cxn modelId="{F55A66F1-04AB-464C-9DF8-BD8D39829D26}" srcId="{6337CF61-33D8-44A1-98A7-6F70E14C2B96}" destId="{FCC07005-489D-4182-80EB-9F46C063C971}" srcOrd="2" destOrd="0" parTransId="{D37D43D4-76A5-4F8A-828B-B3FE09CBDB95}" sibTransId="{D04FF64D-8370-48DD-9AFC-C8AF73D63C10}"/>
    <dgm:cxn modelId="{9F6949FB-F039-464F-A5A4-29E628844942}" type="presOf" srcId="{A8D1447D-CD83-482D-B6FD-444D0C871721}" destId="{E0A44D16-BABA-4516-849E-B8052C1BF084}" srcOrd="0" destOrd="0" presId="urn:microsoft.com/office/officeart/2005/8/layout/hierarchy6"/>
    <dgm:cxn modelId="{67B79F5C-D6EE-46DE-8BD8-A0F06B1478CB}" type="presParOf" srcId="{E4803417-2A58-4AE7-84EB-624A15B81E62}" destId="{76D479D4-94C7-44C9-B760-1EF01E0495BE}" srcOrd="0" destOrd="0" presId="urn:microsoft.com/office/officeart/2005/8/layout/hierarchy6"/>
    <dgm:cxn modelId="{807ECFD7-5A5F-4AB7-A23C-8C1BDF0A75E0}" type="presParOf" srcId="{76D479D4-94C7-44C9-B760-1EF01E0495BE}" destId="{1A5E6DA0-C26E-4038-AD69-B38177B5D2B8}" srcOrd="0" destOrd="0" presId="urn:microsoft.com/office/officeart/2005/8/layout/hierarchy6"/>
    <dgm:cxn modelId="{947917F1-5A3D-4EF9-9512-D44ED066B2C7}" type="presParOf" srcId="{1A5E6DA0-C26E-4038-AD69-B38177B5D2B8}" destId="{B76414B7-D235-4125-BEBC-8B08EB0C0369}" srcOrd="0" destOrd="0" presId="urn:microsoft.com/office/officeart/2005/8/layout/hierarchy6"/>
    <dgm:cxn modelId="{BEFD52D0-E98F-4091-84A6-5C1EF001E9E8}" type="presParOf" srcId="{B76414B7-D235-4125-BEBC-8B08EB0C0369}" destId="{CA427DA6-2A64-481C-8148-F1ECF7D666D2}" srcOrd="0" destOrd="0" presId="urn:microsoft.com/office/officeart/2005/8/layout/hierarchy6"/>
    <dgm:cxn modelId="{C3794306-7403-4A63-B0C6-DADF4ABE3A62}" type="presParOf" srcId="{B76414B7-D235-4125-BEBC-8B08EB0C0369}" destId="{9113C47E-EA88-4106-B8C4-1CAF6E31C1ED}" srcOrd="1" destOrd="0" presId="urn:microsoft.com/office/officeart/2005/8/layout/hierarchy6"/>
    <dgm:cxn modelId="{5A0EC2B1-D432-404B-B515-2E760A387FD3}" type="presParOf" srcId="{9113C47E-EA88-4106-B8C4-1CAF6E31C1ED}" destId="{700A3353-3E00-422A-B494-87E6B762D0E8}" srcOrd="0" destOrd="0" presId="urn:microsoft.com/office/officeart/2005/8/layout/hierarchy6"/>
    <dgm:cxn modelId="{55C4EF3C-0FDB-4F3F-B62E-5D2919A4E878}" type="presParOf" srcId="{9113C47E-EA88-4106-B8C4-1CAF6E31C1ED}" destId="{8C63DD1D-D7C4-4FE3-A0B6-C23B9F980B5E}" srcOrd="1" destOrd="0" presId="urn:microsoft.com/office/officeart/2005/8/layout/hierarchy6"/>
    <dgm:cxn modelId="{9ADAFFB4-1FA3-4AC8-A628-649F8B68EE2D}" type="presParOf" srcId="{8C63DD1D-D7C4-4FE3-A0B6-C23B9F980B5E}" destId="{06EAEEF5-2EBF-4B15-95C5-EC5C92C54912}" srcOrd="0" destOrd="0" presId="urn:microsoft.com/office/officeart/2005/8/layout/hierarchy6"/>
    <dgm:cxn modelId="{25F98D86-5BF4-4A3B-B59A-0DD12566E3B0}" type="presParOf" srcId="{8C63DD1D-D7C4-4FE3-A0B6-C23B9F980B5E}" destId="{72A57121-6298-4E83-910D-28FF3D4F671D}" srcOrd="1" destOrd="0" presId="urn:microsoft.com/office/officeart/2005/8/layout/hierarchy6"/>
    <dgm:cxn modelId="{F1E434DD-3C09-4144-9FA7-5D33A3437CC3}" type="presParOf" srcId="{72A57121-6298-4E83-910D-28FF3D4F671D}" destId="{4407A955-0392-431E-B622-AC0614054B60}" srcOrd="0" destOrd="0" presId="urn:microsoft.com/office/officeart/2005/8/layout/hierarchy6"/>
    <dgm:cxn modelId="{50F75185-354D-485D-8C49-1D629BE08AE2}" type="presParOf" srcId="{72A57121-6298-4E83-910D-28FF3D4F671D}" destId="{1988ADB2-5A54-4E55-B773-567222E472CE}" srcOrd="1" destOrd="0" presId="urn:microsoft.com/office/officeart/2005/8/layout/hierarchy6"/>
    <dgm:cxn modelId="{A3991579-E642-4098-99D1-4215AFF3A8EF}" type="presParOf" srcId="{1988ADB2-5A54-4E55-B773-567222E472CE}" destId="{46A196BB-BE16-4F92-9E10-15F72A62A176}" srcOrd="0" destOrd="0" presId="urn:microsoft.com/office/officeart/2005/8/layout/hierarchy6"/>
    <dgm:cxn modelId="{E3452A11-6D0C-4BF7-9EDF-E3529D3AB6E9}" type="presParOf" srcId="{1988ADB2-5A54-4E55-B773-567222E472CE}" destId="{E57ADBCE-5E86-4571-9C55-D11681B32E27}" srcOrd="1" destOrd="0" presId="urn:microsoft.com/office/officeart/2005/8/layout/hierarchy6"/>
    <dgm:cxn modelId="{027C445F-0A20-407E-8401-95C5AE85053A}" type="presParOf" srcId="{72A57121-6298-4E83-910D-28FF3D4F671D}" destId="{3B1D36CA-30A6-4751-8ACC-23E3D06137B9}" srcOrd="2" destOrd="0" presId="urn:microsoft.com/office/officeart/2005/8/layout/hierarchy6"/>
    <dgm:cxn modelId="{E79A7A70-89A9-4C08-A091-667008D36B52}" type="presParOf" srcId="{72A57121-6298-4E83-910D-28FF3D4F671D}" destId="{24F9EEBF-DFF3-48C5-A86F-98D6F7C15854}" srcOrd="3" destOrd="0" presId="urn:microsoft.com/office/officeart/2005/8/layout/hierarchy6"/>
    <dgm:cxn modelId="{658C000E-047A-415B-872F-E27C9EFE8AEC}" type="presParOf" srcId="{24F9EEBF-DFF3-48C5-A86F-98D6F7C15854}" destId="{8044421C-D60A-43D1-BAE1-C02BDAD56281}" srcOrd="0" destOrd="0" presId="urn:microsoft.com/office/officeart/2005/8/layout/hierarchy6"/>
    <dgm:cxn modelId="{424BE78D-7C4C-445D-AFE8-326CC868D927}" type="presParOf" srcId="{24F9EEBF-DFF3-48C5-A86F-98D6F7C15854}" destId="{3FB7B6DF-C59A-4FD6-AF69-58D62BE60DF7}" srcOrd="1" destOrd="0" presId="urn:microsoft.com/office/officeart/2005/8/layout/hierarchy6"/>
    <dgm:cxn modelId="{ECF56976-D7D1-4582-B754-6AEF296C0079}" type="presParOf" srcId="{9113C47E-EA88-4106-B8C4-1CAF6E31C1ED}" destId="{A9F1AE63-BA60-4EDA-809E-40356C777C75}" srcOrd="2" destOrd="0" presId="urn:microsoft.com/office/officeart/2005/8/layout/hierarchy6"/>
    <dgm:cxn modelId="{CA0D38D4-5BDF-4716-9EFA-03A5F4A436B3}" type="presParOf" srcId="{9113C47E-EA88-4106-B8C4-1CAF6E31C1ED}" destId="{E243DFF2-07D3-45F5-8A89-0407E472AF50}" srcOrd="3" destOrd="0" presId="urn:microsoft.com/office/officeart/2005/8/layout/hierarchy6"/>
    <dgm:cxn modelId="{9F50B83D-B1C5-42E2-AC8D-DEBDE3FD2D76}" type="presParOf" srcId="{E243DFF2-07D3-45F5-8A89-0407E472AF50}" destId="{37CC8F22-4AF5-42F3-AD9B-153E8B9E3F7A}" srcOrd="0" destOrd="0" presId="urn:microsoft.com/office/officeart/2005/8/layout/hierarchy6"/>
    <dgm:cxn modelId="{902E5C8C-2929-40BB-9F7C-45B8C5C5A8DD}" type="presParOf" srcId="{E243DFF2-07D3-45F5-8A89-0407E472AF50}" destId="{1A80F407-6AA4-4E69-8E99-DED170732D7A}" srcOrd="1" destOrd="0" presId="urn:microsoft.com/office/officeart/2005/8/layout/hierarchy6"/>
    <dgm:cxn modelId="{34E62CAA-7BDC-41A5-93EF-7B72C26FF6E2}" type="presParOf" srcId="{1A80F407-6AA4-4E69-8E99-DED170732D7A}" destId="{D8A0EB60-7A0E-4C89-A4E9-69BC980814AA}" srcOrd="0" destOrd="0" presId="urn:microsoft.com/office/officeart/2005/8/layout/hierarchy6"/>
    <dgm:cxn modelId="{97B5B8B2-16F8-4E45-997C-AFB7171526DB}" type="presParOf" srcId="{1A80F407-6AA4-4E69-8E99-DED170732D7A}" destId="{EA97462B-8F80-4AC0-A660-2C0B9FAD519E}" srcOrd="1" destOrd="0" presId="urn:microsoft.com/office/officeart/2005/8/layout/hierarchy6"/>
    <dgm:cxn modelId="{A00A434A-53E3-46B5-9256-D9335D3327D9}" type="presParOf" srcId="{EA97462B-8F80-4AC0-A660-2C0B9FAD519E}" destId="{0ACC9BE0-2B78-4510-87D7-A2894080FAB7}" srcOrd="0" destOrd="0" presId="urn:microsoft.com/office/officeart/2005/8/layout/hierarchy6"/>
    <dgm:cxn modelId="{CD6C9E44-34BA-4526-A09D-4EB2577D9B74}" type="presParOf" srcId="{EA97462B-8F80-4AC0-A660-2C0B9FAD519E}" destId="{C2A107AC-9F03-4B37-8301-1D9357235AC2}" srcOrd="1" destOrd="0" presId="urn:microsoft.com/office/officeart/2005/8/layout/hierarchy6"/>
    <dgm:cxn modelId="{B61BA53D-AFEA-4B06-B62E-93BF3D5BF3CF}" type="presParOf" srcId="{C2A107AC-9F03-4B37-8301-1D9357235AC2}" destId="{505DFF67-FEBB-469D-BB1B-C6F0E3F023D3}" srcOrd="0" destOrd="0" presId="urn:microsoft.com/office/officeart/2005/8/layout/hierarchy6"/>
    <dgm:cxn modelId="{02AF2229-1949-44B9-B6BC-C276785428B4}" type="presParOf" srcId="{C2A107AC-9F03-4B37-8301-1D9357235AC2}" destId="{68A8A874-A535-4AB0-A2AF-03E02E74C2A8}" srcOrd="1" destOrd="0" presId="urn:microsoft.com/office/officeart/2005/8/layout/hierarchy6"/>
    <dgm:cxn modelId="{14673F31-C00D-4FEF-BEF2-C35EE4AA3F02}" type="presParOf" srcId="{68A8A874-A535-4AB0-A2AF-03E02E74C2A8}" destId="{DE8485B6-1E7C-453B-8BDD-7493FE8052CE}" srcOrd="0" destOrd="0" presId="urn:microsoft.com/office/officeart/2005/8/layout/hierarchy6"/>
    <dgm:cxn modelId="{E3B2AF3D-7845-4DC6-A479-075910EBE899}" type="presParOf" srcId="{68A8A874-A535-4AB0-A2AF-03E02E74C2A8}" destId="{944AAC81-DDD9-465D-A49B-4F94BD9ABAF1}" srcOrd="1" destOrd="0" presId="urn:microsoft.com/office/officeart/2005/8/layout/hierarchy6"/>
    <dgm:cxn modelId="{E8C8FD58-2378-48E7-9474-DF9BCFF1C42C}" type="presParOf" srcId="{C2A107AC-9F03-4B37-8301-1D9357235AC2}" destId="{37DED1CD-4004-419C-9CB2-7C372269A3F3}" srcOrd="2" destOrd="0" presId="urn:microsoft.com/office/officeart/2005/8/layout/hierarchy6"/>
    <dgm:cxn modelId="{13A25AEF-7C14-474F-A979-60ACC45CDE44}" type="presParOf" srcId="{C2A107AC-9F03-4B37-8301-1D9357235AC2}" destId="{CEDEC04D-4BAD-4EBD-B83D-D653CECE9D65}" srcOrd="3" destOrd="0" presId="urn:microsoft.com/office/officeart/2005/8/layout/hierarchy6"/>
    <dgm:cxn modelId="{AE9D1B15-47ED-4511-B0D4-8FF93CF8D7ED}" type="presParOf" srcId="{CEDEC04D-4BAD-4EBD-B83D-D653CECE9D65}" destId="{5977B846-2D0A-4B8F-8EA9-BEE29060B433}" srcOrd="0" destOrd="0" presId="urn:microsoft.com/office/officeart/2005/8/layout/hierarchy6"/>
    <dgm:cxn modelId="{978391D4-68D8-47E4-8276-51CADFB74CC1}" type="presParOf" srcId="{CEDEC04D-4BAD-4EBD-B83D-D653CECE9D65}" destId="{05FA4E7B-1768-4513-93A9-F1EE0D51EF97}" srcOrd="1" destOrd="0" presId="urn:microsoft.com/office/officeart/2005/8/layout/hierarchy6"/>
    <dgm:cxn modelId="{48D3C669-3798-4476-AEB0-6CD898CF9EF6}" type="presParOf" srcId="{1A80F407-6AA4-4E69-8E99-DED170732D7A}" destId="{275C3873-CF2B-461B-9534-BEC262F4044A}" srcOrd="2" destOrd="0" presId="urn:microsoft.com/office/officeart/2005/8/layout/hierarchy6"/>
    <dgm:cxn modelId="{A8CB84EB-0FF0-4DD2-BF6B-21174B2445DC}" type="presParOf" srcId="{1A80F407-6AA4-4E69-8E99-DED170732D7A}" destId="{3FF7A20B-7D32-414E-9481-EF9D590EF105}" srcOrd="3" destOrd="0" presId="urn:microsoft.com/office/officeart/2005/8/layout/hierarchy6"/>
    <dgm:cxn modelId="{F8F43A38-BFCC-41B1-A591-1DF456C096F2}" type="presParOf" srcId="{3FF7A20B-7D32-414E-9481-EF9D590EF105}" destId="{E0A44D16-BABA-4516-849E-B8052C1BF084}" srcOrd="0" destOrd="0" presId="urn:microsoft.com/office/officeart/2005/8/layout/hierarchy6"/>
    <dgm:cxn modelId="{0BEFCA92-D32C-4369-9C0E-03F7D233447A}" type="presParOf" srcId="{3FF7A20B-7D32-414E-9481-EF9D590EF105}" destId="{D7852AD5-2A53-472A-9661-0917ED07AA55}" srcOrd="1" destOrd="0" presId="urn:microsoft.com/office/officeart/2005/8/layout/hierarchy6"/>
    <dgm:cxn modelId="{D2E7BC4B-64E6-4797-9F29-5E3A8E7C04C4}" type="presParOf" srcId="{D7852AD5-2A53-472A-9661-0917ED07AA55}" destId="{F1D86C73-C647-408D-886E-82427D4B384A}" srcOrd="0" destOrd="0" presId="urn:microsoft.com/office/officeart/2005/8/layout/hierarchy6"/>
    <dgm:cxn modelId="{356EE92F-A474-43C3-8159-964B0AA27DC9}" type="presParOf" srcId="{D7852AD5-2A53-472A-9661-0917ED07AA55}" destId="{4549A45A-694B-490C-9363-7F894A849B70}" srcOrd="1" destOrd="0" presId="urn:microsoft.com/office/officeart/2005/8/layout/hierarchy6"/>
    <dgm:cxn modelId="{5D5B547B-955C-492D-87A2-2FB49886C7D2}" type="presParOf" srcId="{4549A45A-694B-490C-9363-7F894A849B70}" destId="{529D17C3-CCBB-4AA9-883F-B390EF837B40}" srcOrd="0" destOrd="0" presId="urn:microsoft.com/office/officeart/2005/8/layout/hierarchy6"/>
    <dgm:cxn modelId="{7CA9A169-9DF7-4BD7-A6DF-179D9FE74BD4}" type="presParOf" srcId="{4549A45A-694B-490C-9363-7F894A849B70}" destId="{832C118B-DA8D-44BF-AF83-E4BB12BBCFE6}" srcOrd="1" destOrd="0" presId="urn:microsoft.com/office/officeart/2005/8/layout/hierarchy6"/>
    <dgm:cxn modelId="{B991F4B0-A135-4679-A8F6-5E7287B6C60A}" type="presParOf" srcId="{D7852AD5-2A53-472A-9661-0917ED07AA55}" destId="{29782F52-B0B2-460A-BFF7-60A5BBA47BE5}" srcOrd="2" destOrd="0" presId="urn:microsoft.com/office/officeart/2005/8/layout/hierarchy6"/>
    <dgm:cxn modelId="{8DE4DA4B-9A9D-411D-94E3-4DE754B8411D}" type="presParOf" srcId="{D7852AD5-2A53-472A-9661-0917ED07AA55}" destId="{13938297-1861-4E9F-8210-44347134A161}" srcOrd="3" destOrd="0" presId="urn:microsoft.com/office/officeart/2005/8/layout/hierarchy6"/>
    <dgm:cxn modelId="{4804C67A-3156-4525-95D6-F457DC7FEA6B}" type="presParOf" srcId="{13938297-1861-4E9F-8210-44347134A161}" destId="{2E00C62F-7425-4E98-8120-ADA78AE66BD2}" srcOrd="0" destOrd="0" presId="urn:microsoft.com/office/officeart/2005/8/layout/hierarchy6"/>
    <dgm:cxn modelId="{42921C2F-93D1-4BB5-9310-D78B7FF583C6}" type="presParOf" srcId="{13938297-1861-4E9F-8210-44347134A161}" destId="{226C7B9F-7F6C-4077-8F43-FE2FB4EBD311}" srcOrd="1" destOrd="0" presId="urn:microsoft.com/office/officeart/2005/8/layout/hierarchy6"/>
    <dgm:cxn modelId="{42A16B6F-B810-4AF2-9C8D-290A66A4D2BE}" type="presParOf" srcId="{1A80F407-6AA4-4E69-8E99-DED170732D7A}" destId="{1285292F-F3E8-4755-BB26-57F2DE515572}" srcOrd="4" destOrd="0" presId="urn:microsoft.com/office/officeart/2005/8/layout/hierarchy6"/>
    <dgm:cxn modelId="{4ED4A3A0-9ED5-42BC-9098-0AE7044B5014}" type="presParOf" srcId="{1A80F407-6AA4-4E69-8E99-DED170732D7A}" destId="{0B791E0C-7AEA-41B0-96EB-3EF0876CD380}" srcOrd="5" destOrd="0" presId="urn:microsoft.com/office/officeart/2005/8/layout/hierarchy6"/>
    <dgm:cxn modelId="{42C8BD7C-A718-419F-82B1-B06B7D21242C}" type="presParOf" srcId="{0B791E0C-7AEA-41B0-96EB-3EF0876CD380}" destId="{CDA6A3A2-FD6D-4E52-B6F8-87B967AA5921}" srcOrd="0" destOrd="0" presId="urn:microsoft.com/office/officeart/2005/8/layout/hierarchy6"/>
    <dgm:cxn modelId="{957C5212-88F6-4318-A553-1E76000DB3E8}" type="presParOf" srcId="{0B791E0C-7AEA-41B0-96EB-3EF0876CD380}" destId="{D59B017B-6C64-4D29-9C63-8480DA5038CE}" srcOrd="1" destOrd="0" presId="urn:microsoft.com/office/officeart/2005/8/layout/hierarchy6"/>
    <dgm:cxn modelId="{24A51FC6-E26D-49BA-ABF8-710DC4DC0138}" type="presParOf" srcId="{D59B017B-6C64-4D29-9C63-8480DA5038CE}" destId="{F64B43C0-EF13-480C-B806-47E0993A97B7}" srcOrd="0" destOrd="0" presId="urn:microsoft.com/office/officeart/2005/8/layout/hierarchy6"/>
    <dgm:cxn modelId="{D9C3F46B-2275-4D74-99C7-F91CEEB796C9}" type="presParOf" srcId="{D59B017B-6C64-4D29-9C63-8480DA5038CE}" destId="{883DF083-AD31-4371-8E8F-BE8E7698BE16}" srcOrd="1" destOrd="0" presId="urn:microsoft.com/office/officeart/2005/8/layout/hierarchy6"/>
    <dgm:cxn modelId="{01D6EC0B-A2D3-473A-829B-4BAFBDACCFAB}" type="presParOf" srcId="{883DF083-AD31-4371-8E8F-BE8E7698BE16}" destId="{44C88FDA-7B75-4387-B868-85CF60E1E6BA}" srcOrd="0" destOrd="0" presId="urn:microsoft.com/office/officeart/2005/8/layout/hierarchy6"/>
    <dgm:cxn modelId="{78C6CB6E-3AC4-4262-B040-A5AA57722BFC}" type="presParOf" srcId="{883DF083-AD31-4371-8E8F-BE8E7698BE16}" destId="{B0DFFF67-1B36-4C4B-9DDA-7F0996357690}" srcOrd="1" destOrd="0" presId="urn:microsoft.com/office/officeart/2005/8/layout/hierarchy6"/>
    <dgm:cxn modelId="{EEA67878-7792-4F63-92A0-A86415713D8F}" type="presParOf" srcId="{D59B017B-6C64-4D29-9C63-8480DA5038CE}" destId="{8D626D58-1FDD-47DB-B5D1-DB931869FF75}" srcOrd="2" destOrd="0" presId="urn:microsoft.com/office/officeart/2005/8/layout/hierarchy6"/>
    <dgm:cxn modelId="{E959FBA2-ACCC-4CA2-9C15-76D83462C672}" type="presParOf" srcId="{D59B017B-6C64-4D29-9C63-8480DA5038CE}" destId="{AFDF3863-94A1-42E0-87E0-C3F7FCFC387A}" srcOrd="3" destOrd="0" presId="urn:microsoft.com/office/officeart/2005/8/layout/hierarchy6"/>
    <dgm:cxn modelId="{DA0BD587-2CA4-44D4-B40B-839336B180CE}" type="presParOf" srcId="{AFDF3863-94A1-42E0-87E0-C3F7FCFC387A}" destId="{07B8074D-A09E-4536-9660-A6151110AA3C}" srcOrd="0" destOrd="0" presId="urn:microsoft.com/office/officeart/2005/8/layout/hierarchy6"/>
    <dgm:cxn modelId="{1FCD9D53-6911-4287-942A-559C9149D3FB}" type="presParOf" srcId="{AFDF3863-94A1-42E0-87E0-C3F7FCFC387A}" destId="{C1727618-5259-4D62-A97E-BD90F405CE7F}" srcOrd="1" destOrd="0" presId="urn:microsoft.com/office/officeart/2005/8/layout/hierarchy6"/>
    <dgm:cxn modelId="{C82F845D-2D10-42CC-88BD-45A3CD5629F9}" type="presParOf" srcId="{9113C47E-EA88-4106-B8C4-1CAF6E31C1ED}" destId="{66AA42C9-96E8-44A9-8DEB-3700A50EBCA9}" srcOrd="4" destOrd="0" presId="urn:microsoft.com/office/officeart/2005/8/layout/hierarchy6"/>
    <dgm:cxn modelId="{52D31AF8-40CC-45B1-B960-1FDB0CFFAB94}" type="presParOf" srcId="{9113C47E-EA88-4106-B8C4-1CAF6E31C1ED}" destId="{788424B8-175E-482C-A280-515E208BA573}" srcOrd="5" destOrd="0" presId="urn:microsoft.com/office/officeart/2005/8/layout/hierarchy6"/>
    <dgm:cxn modelId="{035E9FC0-C4BD-4523-B619-62B7A7EB27AA}" type="presParOf" srcId="{788424B8-175E-482C-A280-515E208BA573}" destId="{302A68A9-5007-45A7-9F69-990212F5DAC2}" srcOrd="0" destOrd="0" presId="urn:microsoft.com/office/officeart/2005/8/layout/hierarchy6"/>
    <dgm:cxn modelId="{883178BB-12A3-4692-BDC8-9DAC4090D479}" type="presParOf" srcId="{788424B8-175E-482C-A280-515E208BA573}" destId="{1F36088A-9BC7-4706-9785-1CBF4261286C}" srcOrd="1" destOrd="0" presId="urn:microsoft.com/office/officeart/2005/8/layout/hierarchy6"/>
    <dgm:cxn modelId="{36D433D0-031D-4370-ADA2-D682F4F41D69}" type="presParOf" srcId="{1F36088A-9BC7-4706-9785-1CBF4261286C}" destId="{7505F378-AE5C-44AE-ADCD-9AEBD20114B5}" srcOrd="0" destOrd="0" presId="urn:microsoft.com/office/officeart/2005/8/layout/hierarchy6"/>
    <dgm:cxn modelId="{95240381-F470-4AA5-A85B-6FB8B3A8A19F}" type="presParOf" srcId="{1F36088A-9BC7-4706-9785-1CBF4261286C}" destId="{C93803E2-3240-4BA5-8FF1-069A42D833EF}" srcOrd="1" destOrd="0" presId="urn:microsoft.com/office/officeart/2005/8/layout/hierarchy6"/>
    <dgm:cxn modelId="{9EB31C8A-5998-4FA9-B049-0240415C1F6F}" type="presParOf" srcId="{C93803E2-3240-4BA5-8FF1-069A42D833EF}" destId="{6DED9CC4-FA55-4E43-ADE7-A16ADC140AC8}" srcOrd="0" destOrd="0" presId="urn:microsoft.com/office/officeart/2005/8/layout/hierarchy6"/>
    <dgm:cxn modelId="{B70A84E8-BA3D-44CF-80CB-BB140302BC38}" type="presParOf" srcId="{C93803E2-3240-4BA5-8FF1-069A42D833EF}" destId="{9DC5D767-C57D-4190-B506-44DB58487C6A}" srcOrd="1" destOrd="0" presId="urn:microsoft.com/office/officeart/2005/8/layout/hierarchy6"/>
    <dgm:cxn modelId="{0F3298FD-50DD-47D0-AFD1-0744D4F7715E}" type="presParOf" srcId="{1F36088A-9BC7-4706-9785-1CBF4261286C}" destId="{D8131FAB-71C9-4CC0-AC93-23B5FE56EFFC}" srcOrd="2" destOrd="0" presId="urn:microsoft.com/office/officeart/2005/8/layout/hierarchy6"/>
    <dgm:cxn modelId="{4819B7ED-BDA2-49E9-89BE-70EC88867B67}" type="presParOf" srcId="{1F36088A-9BC7-4706-9785-1CBF4261286C}" destId="{74638E40-7228-4C19-A9D9-6F164BB4AE9D}" srcOrd="3" destOrd="0" presId="urn:microsoft.com/office/officeart/2005/8/layout/hierarchy6"/>
    <dgm:cxn modelId="{0DA7E2B0-B4C8-40C7-B0AE-1A5AAD98F100}" type="presParOf" srcId="{74638E40-7228-4C19-A9D9-6F164BB4AE9D}" destId="{88C3D592-629C-47FC-8E37-78C649D86A3A}" srcOrd="0" destOrd="0" presId="urn:microsoft.com/office/officeart/2005/8/layout/hierarchy6"/>
    <dgm:cxn modelId="{1A0B7114-9EB7-45E5-89E3-8D5DC0547EDA}" type="presParOf" srcId="{74638E40-7228-4C19-A9D9-6F164BB4AE9D}" destId="{B886E6B8-E43A-44B6-BF36-D6342F37AE87}" srcOrd="1" destOrd="0" presId="urn:microsoft.com/office/officeart/2005/8/layout/hierarchy6"/>
    <dgm:cxn modelId="{571B96C8-098D-4F57-905A-6B395E079F0F}" type="presParOf" srcId="{E4803417-2A58-4AE7-84EB-624A15B81E62}" destId="{7E62DF7F-B7CE-43DF-9884-CDD11FAD22A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27DA6-2A64-481C-8148-F1ECF7D666D2}">
      <dsp:nvSpPr>
        <dsp:cNvPr id="0" name=""/>
        <dsp:cNvSpPr/>
      </dsp:nvSpPr>
      <dsp:spPr>
        <a:xfrm>
          <a:off x="4085823" y="278746"/>
          <a:ext cx="660481" cy="4403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 Projeto</a:t>
          </a:r>
        </a:p>
      </dsp:txBody>
      <dsp:txXfrm>
        <a:off x="4098720" y="291643"/>
        <a:ext cx="634687" cy="414526"/>
      </dsp:txXfrm>
    </dsp:sp>
    <dsp:sp modelId="{700A3353-3E00-422A-B494-87E6B762D0E8}">
      <dsp:nvSpPr>
        <dsp:cNvPr id="0" name=""/>
        <dsp:cNvSpPr/>
      </dsp:nvSpPr>
      <dsp:spPr>
        <a:xfrm>
          <a:off x="1078055" y="719067"/>
          <a:ext cx="3338008" cy="617598"/>
        </a:xfrm>
        <a:custGeom>
          <a:avLst/>
          <a:gdLst/>
          <a:ahLst/>
          <a:cxnLst/>
          <a:rect l="0" t="0" r="0" b="0"/>
          <a:pathLst>
            <a:path>
              <a:moveTo>
                <a:pt x="3338008" y="0"/>
              </a:moveTo>
              <a:lnTo>
                <a:pt x="3338008" y="308799"/>
              </a:lnTo>
              <a:lnTo>
                <a:pt x="0" y="308799"/>
              </a:lnTo>
              <a:lnTo>
                <a:pt x="0" y="61759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AEEF5-2EBF-4B15-95C5-EC5C92C54912}">
      <dsp:nvSpPr>
        <dsp:cNvPr id="0" name=""/>
        <dsp:cNvSpPr/>
      </dsp:nvSpPr>
      <dsp:spPr>
        <a:xfrm>
          <a:off x="409989" y="1336665"/>
          <a:ext cx="1336133" cy="4403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1.1 Planeamento</a:t>
          </a:r>
        </a:p>
      </dsp:txBody>
      <dsp:txXfrm>
        <a:off x="422886" y="1349562"/>
        <a:ext cx="1310339" cy="414526"/>
      </dsp:txXfrm>
    </dsp:sp>
    <dsp:sp modelId="{4407A955-0392-431E-B622-AC0614054B60}">
      <dsp:nvSpPr>
        <dsp:cNvPr id="0" name=""/>
        <dsp:cNvSpPr/>
      </dsp:nvSpPr>
      <dsp:spPr>
        <a:xfrm>
          <a:off x="332564" y="1776986"/>
          <a:ext cx="745491" cy="176128"/>
        </a:xfrm>
        <a:custGeom>
          <a:avLst/>
          <a:gdLst/>
          <a:ahLst/>
          <a:cxnLst/>
          <a:rect l="0" t="0" r="0" b="0"/>
          <a:pathLst>
            <a:path>
              <a:moveTo>
                <a:pt x="745491" y="0"/>
              </a:moveTo>
              <a:lnTo>
                <a:pt x="745491" y="88064"/>
              </a:lnTo>
              <a:lnTo>
                <a:pt x="0" y="88064"/>
              </a:lnTo>
              <a:lnTo>
                <a:pt x="0" y="17612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A196BB-BE16-4F92-9E10-15F72A62A176}">
      <dsp:nvSpPr>
        <dsp:cNvPr id="0" name=""/>
        <dsp:cNvSpPr/>
      </dsp:nvSpPr>
      <dsp:spPr>
        <a:xfrm>
          <a:off x="2323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1.1.1 Maqueta 3D</a:t>
          </a:r>
        </a:p>
      </dsp:txBody>
      <dsp:txXfrm>
        <a:off x="15220" y="1966011"/>
        <a:ext cx="634687" cy="414526"/>
      </dsp:txXfrm>
    </dsp:sp>
    <dsp:sp modelId="{3B1D36CA-30A6-4751-8ACC-23E3D06137B9}">
      <dsp:nvSpPr>
        <dsp:cNvPr id="0" name=""/>
        <dsp:cNvSpPr/>
      </dsp:nvSpPr>
      <dsp:spPr>
        <a:xfrm>
          <a:off x="1078055" y="1776986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064"/>
              </a:lnTo>
              <a:lnTo>
                <a:pt x="429312" y="88064"/>
              </a:lnTo>
              <a:lnTo>
                <a:pt x="429312" y="17612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4421C-D60A-43D1-BAE1-C02BDAD56281}">
      <dsp:nvSpPr>
        <dsp:cNvPr id="0" name=""/>
        <dsp:cNvSpPr/>
      </dsp:nvSpPr>
      <dsp:spPr>
        <a:xfrm>
          <a:off x="860949" y="1953114"/>
          <a:ext cx="1292838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1.1.2 planos de especialidades</a:t>
          </a:r>
        </a:p>
      </dsp:txBody>
      <dsp:txXfrm>
        <a:off x="873846" y="1966011"/>
        <a:ext cx="1267044" cy="414526"/>
      </dsp:txXfrm>
    </dsp:sp>
    <dsp:sp modelId="{A9F1AE63-BA60-4EDA-809E-40356C777C75}">
      <dsp:nvSpPr>
        <dsp:cNvPr id="0" name=""/>
        <dsp:cNvSpPr/>
      </dsp:nvSpPr>
      <dsp:spPr>
        <a:xfrm>
          <a:off x="4416064" y="719067"/>
          <a:ext cx="234160" cy="440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431"/>
              </a:lnTo>
              <a:lnTo>
                <a:pt x="234160" y="220431"/>
              </a:lnTo>
              <a:lnTo>
                <a:pt x="234160" y="44086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C8F22-4AF5-42F3-AD9B-153E8B9E3F7A}">
      <dsp:nvSpPr>
        <dsp:cNvPr id="0" name=""/>
        <dsp:cNvSpPr/>
      </dsp:nvSpPr>
      <dsp:spPr>
        <a:xfrm>
          <a:off x="4216899" y="1159929"/>
          <a:ext cx="866650" cy="4403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 Construção</a:t>
          </a:r>
        </a:p>
      </dsp:txBody>
      <dsp:txXfrm>
        <a:off x="4229796" y="1172826"/>
        <a:ext cx="840856" cy="414526"/>
      </dsp:txXfrm>
    </dsp:sp>
    <dsp:sp modelId="{D8A0EB60-7A0E-4C89-A4E9-69BC980814AA}">
      <dsp:nvSpPr>
        <dsp:cNvPr id="0" name=""/>
        <dsp:cNvSpPr/>
      </dsp:nvSpPr>
      <dsp:spPr>
        <a:xfrm>
          <a:off x="3111485" y="1600250"/>
          <a:ext cx="1538739" cy="352864"/>
        </a:xfrm>
        <a:custGeom>
          <a:avLst/>
          <a:gdLst/>
          <a:ahLst/>
          <a:cxnLst/>
          <a:rect l="0" t="0" r="0" b="0"/>
          <a:pathLst>
            <a:path>
              <a:moveTo>
                <a:pt x="1538739" y="0"/>
              </a:moveTo>
              <a:lnTo>
                <a:pt x="1538739" y="176432"/>
              </a:lnTo>
              <a:lnTo>
                <a:pt x="0" y="176432"/>
              </a:lnTo>
              <a:lnTo>
                <a:pt x="0" y="352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CC9BE0-2B78-4510-87D7-A2894080FAB7}">
      <dsp:nvSpPr>
        <dsp:cNvPr id="0" name=""/>
        <dsp:cNvSpPr/>
      </dsp:nvSpPr>
      <dsp:spPr>
        <a:xfrm>
          <a:off x="2781244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1.2.1 Estrutura</a:t>
          </a:r>
        </a:p>
      </dsp:txBody>
      <dsp:txXfrm>
        <a:off x="2794141" y="1966011"/>
        <a:ext cx="634687" cy="414526"/>
      </dsp:txXfrm>
    </dsp:sp>
    <dsp:sp modelId="{505DFF67-FEBB-469D-BB1B-C6F0E3F023D3}">
      <dsp:nvSpPr>
        <dsp:cNvPr id="0" name=""/>
        <dsp:cNvSpPr/>
      </dsp:nvSpPr>
      <dsp:spPr>
        <a:xfrm>
          <a:off x="2682172" y="2393435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429312" y="0"/>
              </a:moveTo>
              <a:lnTo>
                <a:pt x="429312" y="88064"/>
              </a:lnTo>
              <a:lnTo>
                <a:pt x="0" y="88064"/>
              </a:lnTo>
              <a:lnTo>
                <a:pt x="0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8485B6-1E7C-453B-8BDD-7493FE8052CE}">
      <dsp:nvSpPr>
        <dsp:cNvPr id="0" name=""/>
        <dsp:cNvSpPr/>
      </dsp:nvSpPr>
      <dsp:spPr>
        <a:xfrm>
          <a:off x="2351932" y="2569563"/>
          <a:ext cx="660481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1.2.1.1 Pilares</a:t>
          </a:r>
        </a:p>
      </dsp:txBody>
      <dsp:txXfrm>
        <a:off x="2364829" y="2582460"/>
        <a:ext cx="634687" cy="414526"/>
      </dsp:txXfrm>
    </dsp:sp>
    <dsp:sp modelId="{37DED1CD-4004-419C-9CB2-7C372269A3F3}">
      <dsp:nvSpPr>
        <dsp:cNvPr id="0" name=""/>
        <dsp:cNvSpPr/>
      </dsp:nvSpPr>
      <dsp:spPr>
        <a:xfrm>
          <a:off x="3111485" y="2393435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064"/>
              </a:lnTo>
              <a:lnTo>
                <a:pt x="429312" y="88064"/>
              </a:lnTo>
              <a:lnTo>
                <a:pt x="429312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7B846-2D0A-4B8F-8EA9-BEE29060B433}">
      <dsp:nvSpPr>
        <dsp:cNvPr id="0" name=""/>
        <dsp:cNvSpPr/>
      </dsp:nvSpPr>
      <dsp:spPr>
        <a:xfrm>
          <a:off x="3210557" y="2569563"/>
          <a:ext cx="660481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1.2.1.2 Alvenarias</a:t>
          </a:r>
        </a:p>
      </dsp:txBody>
      <dsp:txXfrm>
        <a:off x="3223454" y="2582460"/>
        <a:ext cx="634687" cy="414526"/>
      </dsp:txXfrm>
    </dsp:sp>
    <dsp:sp modelId="{275C3873-CF2B-461B-9534-BEC262F4044A}">
      <dsp:nvSpPr>
        <dsp:cNvPr id="0" name=""/>
        <dsp:cNvSpPr/>
      </dsp:nvSpPr>
      <dsp:spPr>
        <a:xfrm>
          <a:off x="4650224" y="1600250"/>
          <a:ext cx="219193" cy="352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432"/>
              </a:lnTo>
              <a:lnTo>
                <a:pt x="219193" y="176432"/>
              </a:lnTo>
              <a:lnTo>
                <a:pt x="219193" y="352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44D16-BABA-4516-849E-B8052C1BF084}">
      <dsp:nvSpPr>
        <dsp:cNvPr id="0" name=""/>
        <dsp:cNvSpPr/>
      </dsp:nvSpPr>
      <dsp:spPr>
        <a:xfrm>
          <a:off x="4539177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1.2.2 Revestimentos</a:t>
          </a:r>
        </a:p>
      </dsp:txBody>
      <dsp:txXfrm>
        <a:off x="4552074" y="1966011"/>
        <a:ext cx="634687" cy="414526"/>
      </dsp:txXfrm>
    </dsp:sp>
    <dsp:sp modelId="{F1D86C73-C647-408D-886E-82427D4B384A}">
      <dsp:nvSpPr>
        <dsp:cNvPr id="0" name=""/>
        <dsp:cNvSpPr/>
      </dsp:nvSpPr>
      <dsp:spPr>
        <a:xfrm>
          <a:off x="4399423" y="2393435"/>
          <a:ext cx="469994" cy="176128"/>
        </a:xfrm>
        <a:custGeom>
          <a:avLst/>
          <a:gdLst/>
          <a:ahLst/>
          <a:cxnLst/>
          <a:rect l="0" t="0" r="0" b="0"/>
          <a:pathLst>
            <a:path>
              <a:moveTo>
                <a:pt x="469994" y="0"/>
              </a:moveTo>
              <a:lnTo>
                <a:pt x="469994" y="88064"/>
              </a:lnTo>
              <a:lnTo>
                <a:pt x="0" y="88064"/>
              </a:lnTo>
              <a:lnTo>
                <a:pt x="0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9D17C3-CCBB-4AA9-883F-B390EF837B40}">
      <dsp:nvSpPr>
        <dsp:cNvPr id="0" name=""/>
        <dsp:cNvSpPr/>
      </dsp:nvSpPr>
      <dsp:spPr>
        <a:xfrm>
          <a:off x="4069182" y="2569563"/>
          <a:ext cx="660481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1.2.2.1 Caixilharias</a:t>
          </a:r>
        </a:p>
      </dsp:txBody>
      <dsp:txXfrm>
        <a:off x="4082079" y="2582460"/>
        <a:ext cx="634687" cy="414526"/>
      </dsp:txXfrm>
    </dsp:sp>
    <dsp:sp modelId="{29782F52-B0B2-460A-BFF7-60A5BBA47BE5}">
      <dsp:nvSpPr>
        <dsp:cNvPr id="0" name=""/>
        <dsp:cNvSpPr/>
      </dsp:nvSpPr>
      <dsp:spPr>
        <a:xfrm>
          <a:off x="4869418" y="2393435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064"/>
              </a:lnTo>
              <a:lnTo>
                <a:pt x="429312" y="88064"/>
              </a:lnTo>
              <a:lnTo>
                <a:pt x="429312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0C62F-7425-4E98-8120-ADA78AE66BD2}">
      <dsp:nvSpPr>
        <dsp:cNvPr id="0" name=""/>
        <dsp:cNvSpPr/>
      </dsp:nvSpPr>
      <dsp:spPr>
        <a:xfrm>
          <a:off x="4927808" y="2569563"/>
          <a:ext cx="741845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1.2.2.2 pavimentos</a:t>
          </a:r>
        </a:p>
      </dsp:txBody>
      <dsp:txXfrm>
        <a:off x="4940705" y="2582460"/>
        <a:ext cx="716051" cy="414526"/>
      </dsp:txXfrm>
    </dsp:sp>
    <dsp:sp modelId="{1285292F-F3E8-4755-BB26-57F2DE515572}">
      <dsp:nvSpPr>
        <dsp:cNvPr id="0" name=""/>
        <dsp:cNvSpPr/>
      </dsp:nvSpPr>
      <dsp:spPr>
        <a:xfrm>
          <a:off x="4650224" y="1600250"/>
          <a:ext cx="2012779" cy="352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432"/>
              </a:lnTo>
              <a:lnTo>
                <a:pt x="2012779" y="176432"/>
              </a:lnTo>
              <a:lnTo>
                <a:pt x="2012779" y="3528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A6A3A2-FD6D-4E52-B6F8-87B967AA5921}">
      <dsp:nvSpPr>
        <dsp:cNvPr id="0" name=""/>
        <dsp:cNvSpPr/>
      </dsp:nvSpPr>
      <dsp:spPr>
        <a:xfrm>
          <a:off x="6332763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1.2.3 Instalações</a:t>
          </a:r>
        </a:p>
      </dsp:txBody>
      <dsp:txXfrm>
        <a:off x="6345660" y="1966011"/>
        <a:ext cx="634687" cy="414526"/>
      </dsp:txXfrm>
    </dsp:sp>
    <dsp:sp modelId="{F64B43C0-EF13-480C-B806-47E0993A97B7}">
      <dsp:nvSpPr>
        <dsp:cNvPr id="0" name=""/>
        <dsp:cNvSpPr/>
      </dsp:nvSpPr>
      <dsp:spPr>
        <a:xfrm>
          <a:off x="6198038" y="2393435"/>
          <a:ext cx="464965" cy="176128"/>
        </a:xfrm>
        <a:custGeom>
          <a:avLst/>
          <a:gdLst/>
          <a:ahLst/>
          <a:cxnLst/>
          <a:rect l="0" t="0" r="0" b="0"/>
          <a:pathLst>
            <a:path>
              <a:moveTo>
                <a:pt x="464965" y="0"/>
              </a:moveTo>
              <a:lnTo>
                <a:pt x="464965" y="88064"/>
              </a:lnTo>
              <a:lnTo>
                <a:pt x="0" y="88064"/>
              </a:lnTo>
              <a:lnTo>
                <a:pt x="0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C88FDA-7B75-4387-B868-85CF60E1E6BA}">
      <dsp:nvSpPr>
        <dsp:cNvPr id="0" name=""/>
        <dsp:cNvSpPr/>
      </dsp:nvSpPr>
      <dsp:spPr>
        <a:xfrm>
          <a:off x="5867798" y="2569563"/>
          <a:ext cx="660481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1.2.3.1 </a:t>
          </a:r>
          <a:r>
            <a:rPr lang="pt-PT" sz="1000" kern="1200" dirty="0" err="1"/>
            <a:t>Inst</a:t>
          </a:r>
          <a:r>
            <a:rPr lang="pt-PT" sz="1000" kern="1200" dirty="0"/>
            <a:t> elétrica</a:t>
          </a:r>
        </a:p>
      </dsp:txBody>
      <dsp:txXfrm>
        <a:off x="5880695" y="2582460"/>
        <a:ext cx="634687" cy="414526"/>
      </dsp:txXfrm>
    </dsp:sp>
    <dsp:sp modelId="{8D626D58-1FDD-47DB-B5D1-DB931869FF75}">
      <dsp:nvSpPr>
        <dsp:cNvPr id="0" name=""/>
        <dsp:cNvSpPr/>
      </dsp:nvSpPr>
      <dsp:spPr>
        <a:xfrm>
          <a:off x="6663004" y="2393435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064"/>
              </a:lnTo>
              <a:lnTo>
                <a:pt x="429312" y="88064"/>
              </a:lnTo>
              <a:lnTo>
                <a:pt x="429312" y="17612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B8074D-A09E-4536-9660-A6151110AA3C}">
      <dsp:nvSpPr>
        <dsp:cNvPr id="0" name=""/>
        <dsp:cNvSpPr/>
      </dsp:nvSpPr>
      <dsp:spPr>
        <a:xfrm>
          <a:off x="6726423" y="2569563"/>
          <a:ext cx="731786" cy="44032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1.2.3.2 Canalizações</a:t>
          </a:r>
        </a:p>
      </dsp:txBody>
      <dsp:txXfrm>
        <a:off x="6739320" y="2582460"/>
        <a:ext cx="705992" cy="414526"/>
      </dsp:txXfrm>
    </dsp:sp>
    <dsp:sp modelId="{66AA42C9-96E8-44A9-8DEB-3700A50EBCA9}">
      <dsp:nvSpPr>
        <dsp:cNvPr id="0" name=""/>
        <dsp:cNvSpPr/>
      </dsp:nvSpPr>
      <dsp:spPr>
        <a:xfrm>
          <a:off x="4416064" y="719067"/>
          <a:ext cx="3534877" cy="617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8799"/>
              </a:lnTo>
              <a:lnTo>
                <a:pt x="3534877" y="308799"/>
              </a:lnTo>
              <a:lnTo>
                <a:pt x="3534877" y="61759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2A68A9-5007-45A7-9F69-990212F5DAC2}">
      <dsp:nvSpPr>
        <dsp:cNvPr id="0" name=""/>
        <dsp:cNvSpPr/>
      </dsp:nvSpPr>
      <dsp:spPr>
        <a:xfrm>
          <a:off x="7562688" y="1336665"/>
          <a:ext cx="776507" cy="4403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1.3 Acabamentos</a:t>
          </a:r>
        </a:p>
      </dsp:txBody>
      <dsp:txXfrm>
        <a:off x="7575585" y="1349562"/>
        <a:ext cx="750713" cy="414526"/>
      </dsp:txXfrm>
    </dsp:sp>
    <dsp:sp modelId="{7505F378-AE5C-44AE-ADCD-9AEBD20114B5}">
      <dsp:nvSpPr>
        <dsp:cNvPr id="0" name=""/>
        <dsp:cNvSpPr/>
      </dsp:nvSpPr>
      <dsp:spPr>
        <a:xfrm>
          <a:off x="7521629" y="1776986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429312" y="0"/>
              </a:moveTo>
              <a:lnTo>
                <a:pt x="429312" y="88064"/>
              </a:lnTo>
              <a:lnTo>
                <a:pt x="0" y="88064"/>
              </a:lnTo>
              <a:lnTo>
                <a:pt x="0" y="17612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D9CC4-FA55-4E43-ADE7-A16ADC140AC8}">
      <dsp:nvSpPr>
        <dsp:cNvPr id="0" name=""/>
        <dsp:cNvSpPr/>
      </dsp:nvSpPr>
      <dsp:spPr>
        <a:xfrm>
          <a:off x="7191388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1.3.1 Jardins</a:t>
          </a:r>
        </a:p>
      </dsp:txBody>
      <dsp:txXfrm>
        <a:off x="7204285" y="1966011"/>
        <a:ext cx="634687" cy="414526"/>
      </dsp:txXfrm>
    </dsp:sp>
    <dsp:sp modelId="{D8131FAB-71C9-4CC0-AC93-23B5FE56EFFC}">
      <dsp:nvSpPr>
        <dsp:cNvPr id="0" name=""/>
        <dsp:cNvSpPr/>
      </dsp:nvSpPr>
      <dsp:spPr>
        <a:xfrm>
          <a:off x="7950942" y="1776986"/>
          <a:ext cx="429312" cy="176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064"/>
              </a:lnTo>
              <a:lnTo>
                <a:pt x="429312" y="88064"/>
              </a:lnTo>
              <a:lnTo>
                <a:pt x="429312" y="17612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C3D592-629C-47FC-8E37-78C649D86A3A}">
      <dsp:nvSpPr>
        <dsp:cNvPr id="0" name=""/>
        <dsp:cNvSpPr/>
      </dsp:nvSpPr>
      <dsp:spPr>
        <a:xfrm>
          <a:off x="8050014" y="1953114"/>
          <a:ext cx="660481" cy="4403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000" kern="1200" dirty="0"/>
            <a:t>1.3.2 passeios</a:t>
          </a:r>
        </a:p>
      </dsp:txBody>
      <dsp:txXfrm>
        <a:off x="8062911" y="1966011"/>
        <a:ext cx="634687" cy="4145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11/3/2025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63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5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5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1911075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1" y="1066802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2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1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78606" marR="0" lvl="0" indent="-185738" algn="l" rtl="0">
              <a:spcBef>
                <a:spcPts val="0"/>
              </a:spcBef>
              <a:spcAft>
                <a:spcPts val="325"/>
              </a:spcAft>
              <a:buSzPct val="100000"/>
              <a:buFont typeface="Arial"/>
              <a:buChar char="•"/>
              <a:defRPr sz="1463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603647" marR="0" lvl="1" indent="-139303" algn="l" rtl="0">
              <a:spcBef>
                <a:spcPts val="0"/>
              </a:spcBef>
              <a:spcAft>
                <a:spcPts val="325"/>
              </a:spcAft>
              <a:buSzPct val="100000"/>
              <a:buFont typeface="Arial"/>
              <a:buChar char="–"/>
              <a:defRPr sz="1463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928688" marR="0" lvl="2" indent="-185738" algn="l" rtl="0">
              <a:spcBef>
                <a:spcPts val="0"/>
              </a:spcBef>
              <a:spcAft>
                <a:spcPts val="325"/>
              </a:spcAft>
              <a:buFont typeface="Arial"/>
              <a:buChar char="■"/>
              <a:defRPr sz="1463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300163" marR="0" lvl="3" indent="-92869" algn="l" rtl="0">
              <a:spcBef>
                <a:spcPts val="0"/>
              </a:spcBef>
              <a:spcAft>
                <a:spcPts val="325"/>
              </a:spcAft>
              <a:buSzPct val="100000"/>
              <a:buFont typeface="Arial"/>
              <a:buChar char="–"/>
              <a:defRPr sz="1463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1671638" marR="0" lvl="4" indent="-92869" algn="l" rtl="0">
              <a:spcBef>
                <a:spcPts val="0"/>
              </a:spcBef>
              <a:spcAft>
                <a:spcPts val="325"/>
              </a:spcAft>
              <a:buSzPct val="100000"/>
              <a:buFont typeface="Arial"/>
              <a:buChar char="»"/>
              <a:defRPr sz="1463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043113" marR="0" lvl="5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14588" marR="0" lvl="6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86063" marR="0" lvl="7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157538" marR="0" lvl="8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9" y="6525786"/>
            <a:ext cx="1241045" cy="242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975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975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975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975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37257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5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325"/>
              </a:spcAft>
              <a:buClr>
                <a:srgbClr val="888888"/>
              </a:buClr>
              <a:buFont typeface="Arial"/>
              <a:buChar char="●"/>
              <a:defRPr sz="162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71475" marR="0" lvl="1" indent="0" algn="l" rtl="0">
              <a:spcBef>
                <a:spcPts val="0"/>
              </a:spcBef>
              <a:spcAft>
                <a:spcPts val="325"/>
              </a:spcAft>
              <a:buClr>
                <a:srgbClr val="888888"/>
              </a:buClr>
              <a:buFont typeface="Arial"/>
              <a:buChar char="○"/>
              <a:defRPr sz="146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42950" marR="0" lvl="2" indent="0" algn="l" rtl="0">
              <a:spcBef>
                <a:spcPts val="0"/>
              </a:spcBef>
              <a:spcAft>
                <a:spcPts val="325"/>
              </a:spcAft>
              <a:buClr>
                <a:srgbClr val="888888"/>
              </a:buClr>
              <a:buFont typeface="Arial"/>
              <a:buChar char="■"/>
              <a:defRPr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14425" marR="0" lvl="3" indent="0" algn="l" rtl="0">
              <a:spcBef>
                <a:spcPts val="0"/>
              </a:spcBef>
              <a:spcAft>
                <a:spcPts val="325"/>
              </a:spcAft>
              <a:buClr>
                <a:srgbClr val="888888"/>
              </a:buClr>
              <a:buFont typeface="Arial"/>
              <a:buChar char="●"/>
              <a:defRPr sz="11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485900" marR="0" lvl="4" indent="0" algn="l" rtl="0">
              <a:spcBef>
                <a:spcPts val="0"/>
              </a:spcBef>
              <a:spcAft>
                <a:spcPts val="325"/>
              </a:spcAft>
              <a:buClr>
                <a:srgbClr val="888888"/>
              </a:buClr>
              <a:buFont typeface="Arial"/>
              <a:buChar char="○"/>
              <a:defRPr sz="11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57375" marR="0" lvl="5" indent="0" algn="l" rtl="0">
              <a:spcBef>
                <a:spcPts val="228"/>
              </a:spcBef>
              <a:buClr>
                <a:srgbClr val="888888"/>
              </a:buClr>
              <a:buFont typeface="Arial"/>
              <a:buChar char="■"/>
              <a:defRPr sz="1138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228"/>
              </a:spcBef>
              <a:buClr>
                <a:srgbClr val="888888"/>
              </a:buClr>
              <a:buFont typeface="Arial"/>
              <a:buChar char="●"/>
              <a:defRPr sz="1138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228"/>
              </a:spcBef>
              <a:buClr>
                <a:srgbClr val="888888"/>
              </a:buClr>
              <a:buFont typeface="Arial"/>
              <a:buChar char="○"/>
              <a:defRPr sz="1138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228"/>
              </a:spcBef>
              <a:buClr>
                <a:srgbClr val="888888"/>
              </a:buClr>
              <a:buFont typeface="Arial"/>
              <a:buChar char="■"/>
              <a:defRPr sz="1138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7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089721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10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8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78606" marR="0" lvl="0" indent="-175419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3647" marR="0" lvl="1" indent="-139303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28688" marR="0" lvl="2" indent="-185738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■"/>
              <a:defRPr sz="13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00163" marR="0" lvl="3" indent="-113506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13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71638" marR="0" lvl="4" indent="-123825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»"/>
              <a:defRPr sz="97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43113" marR="0" lvl="5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14588" marR="0" lvl="6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86063" marR="0" lvl="7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157538" marR="0" lvl="8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900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7" y="6492900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pt-PT" sz="975" smtClean="0">
                <a:solidFill>
                  <a:srgbClr val="888888"/>
                </a:solidFill>
                <a:ea typeface="Arial"/>
                <a:cs typeface="Arial"/>
                <a:sym typeface="Arial"/>
              </a:rPr>
              <a:pPr algn="r">
                <a:buSzPct val="25000"/>
              </a:pPr>
              <a:t>‹nº›</a:t>
            </a:fld>
            <a:endParaRPr lang="pt-PT" sz="975">
              <a:solidFill>
                <a:srgbClr val="888888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813770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2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21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78606" marR="0" lvl="0" indent="-175419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3647" marR="0" lvl="1" indent="-139303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28688" marR="0" lvl="2" indent="-185738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■"/>
              <a:defRPr sz="13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00163" marR="0" lvl="3" indent="-113506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13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71638" marR="0" lvl="4" indent="-123825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»"/>
              <a:defRPr sz="97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43113" marR="0" lvl="5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14588" marR="0" lvl="6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86063" marR="0" lvl="7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157538" marR="0" lvl="8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900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7" y="6492900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pt-PT" sz="975" smtClean="0">
                <a:solidFill>
                  <a:srgbClr val="888888"/>
                </a:solidFill>
                <a:ea typeface="Arial"/>
                <a:cs typeface="Arial"/>
                <a:sym typeface="Arial"/>
              </a:rPr>
              <a:pPr algn="r">
                <a:buSzPct val="25000"/>
              </a:pPr>
              <a:t>‹nº›</a:t>
            </a:fld>
            <a:endParaRPr lang="pt-PT" sz="975">
              <a:solidFill>
                <a:srgbClr val="888888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21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78606" marR="0" lvl="0" indent="-175419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3647" marR="0" lvl="1" indent="-139303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28688" marR="0" lvl="2" indent="-185738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■"/>
              <a:defRPr sz="13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00163" marR="0" lvl="3" indent="-113506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13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71638" marR="0" lvl="4" indent="-123825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»"/>
              <a:defRPr sz="97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43113" marR="0" lvl="5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14588" marR="0" lvl="6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86063" marR="0" lvl="7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157538" marR="0" lvl="8" indent="-92869" algn="l" rtl="0">
              <a:spcBef>
                <a:spcPts val="293"/>
              </a:spcBef>
              <a:buClr>
                <a:schemeClr val="dk1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577851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2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None/>
              <a:defRPr sz="2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71475" marR="0" lvl="1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None/>
              <a:defRPr sz="227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42950" marR="0" lvl="2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None/>
              <a:defRPr sz="195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14425" marR="0" lvl="3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None/>
              <a:defRPr sz="162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485900" marR="0" lvl="4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None/>
              <a:defRPr sz="162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57375" marR="0" lvl="5" indent="0" algn="l" rtl="0">
              <a:spcBef>
                <a:spcPts val="325"/>
              </a:spcBef>
              <a:buClr>
                <a:schemeClr val="dk1"/>
              </a:buClr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325"/>
              </a:spcBef>
              <a:buClr>
                <a:schemeClr val="dk1"/>
              </a:buClr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325"/>
              </a:spcBef>
              <a:buClr>
                <a:schemeClr val="dk1"/>
              </a:buClr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325"/>
              </a:spcBef>
              <a:buClr>
                <a:schemeClr val="dk1"/>
              </a:buClr>
              <a:buFont typeface="Arial"/>
              <a:buNone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4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162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2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●"/>
              <a:defRPr sz="1138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71475" marR="0" lvl="1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○"/>
              <a:defRPr sz="975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42950" marR="0" lvl="2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■"/>
              <a:defRPr sz="81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14425" marR="0" lvl="3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●"/>
              <a:defRPr sz="731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485900" marR="0" lvl="4" indent="0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○"/>
              <a:defRPr sz="731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57375" marR="0" lvl="5" indent="0" algn="l" rtl="0">
              <a:spcBef>
                <a:spcPts val="146"/>
              </a:spcBef>
              <a:buClr>
                <a:schemeClr val="dk1"/>
              </a:buClr>
              <a:buFont typeface="Arial"/>
              <a:buChar char="■"/>
              <a:defRPr sz="73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146"/>
              </a:spcBef>
              <a:buClr>
                <a:schemeClr val="dk1"/>
              </a:buClr>
              <a:buFont typeface="Arial"/>
              <a:buChar char="●"/>
              <a:defRPr sz="73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146"/>
              </a:spcBef>
              <a:buClr>
                <a:schemeClr val="dk1"/>
              </a:buClr>
              <a:buFont typeface="Arial"/>
              <a:buChar char="○"/>
              <a:defRPr sz="73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146"/>
              </a:spcBef>
              <a:buClr>
                <a:schemeClr val="dk1"/>
              </a:buClr>
              <a:buFont typeface="Arial"/>
              <a:buChar char="■"/>
              <a:defRPr sz="73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900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7" y="6492900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pt-PT" sz="975" smtClean="0">
                <a:solidFill>
                  <a:srgbClr val="888888"/>
                </a:solidFill>
                <a:ea typeface="Arial"/>
                <a:cs typeface="Arial"/>
                <a:sym typeface="Arial"/>
              </a:rPr>
              <a:pPr algn="r">
                <a:buSzPct val="25000"/>
              </a:pPr>
              <a:t>‹nº›</a:t>
            </a:fld>
            <a:endParaRPr lang="pt-PT" sz="975">
              <a:solidFill>
                <a:srgbClr val="888888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836098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900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7" y="6492900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pt-PT" sz="975" smtClean="0">
                <a:solidFill>
                  <a:srgbClr val="888888"/>
                </a:solidFill>
                <a:ea typeface="Arial"/>
                <a:cs typeface="Arial"/>
                <a:sym typeface="Arial"/>
              </a:rPr>
              <a:pPr algn="r">
                <a:buSzPct val="25000"/>
              </a:pPr>
              <a:t>‹nº›</a:t>
            </a:fld>
            <a:endParaRPr lang="pt-PT" sz="975">
              <a:solidFill>
                <a:srgbClr val="888888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2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463"/>
            </a:lvl2pPr>
            <a:lvl3pPr lvl="2" indent="0">
              <a:spcBef>
                <a:spcPts val="0"/>
              </a:spcBef>
              <a:buNone/>
              <a:defRPr sz="1463"/>
            </a:lvl3pPr>
            <a:lvl4pPr lvl="3" indent="0">
              <a:spcBef>
                <a:spcPts val="0"/>
              </a:spcBef>
              <a:buNone/>
              <a:defRPr sz="1463"/>
            </a:lvl4pPr>
            <a:lvl5pPr lvl="4" indent="0">
              <a:spcBef>
                <a:spcPts val="0"/>
              </a:spcBef>
              <a:buNone/>
              <a:defRPr sz="1463"/>
            </a:lvl5pPr>
            <a:lvl6pPr lvl="5" indent="0">
              <a:spcBef>
                <a:spcPts val="0"/>
              </a:spcBef>
              <a:buNone/>
              <a:defRPr sz="1463"/>
            </a:lvl6pPr>
            <a:lvl7pPr lvl="6" indent="0">
              <a:spcBef>
                <a:spcPts val="0"/>
              </a:spcBef>
              <a:buNone/>
              <a:defRPr sz="1463"/>
            </a:lvl7pPr>
            <a:lvl8pPr lvl="7" indent="0">
              <a:spcBef>
                <a:spcPts val="0"/>
              </a:spcBef>
              <a:buNone/>
              <a:defRPr sz="1463"/>
            </a:lvl8pPr>
            <a:lvl9pPr lvl="8" indent="0">
              <a:spcBef>
                <a:spcPts val="0"/>
              </a:spcBef>
              <a:buNone/>
              <a:defRPr sz="1463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90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78606" marR="0" lvl="0" indent="-185738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•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3647" marR="0" lvl="1" indent="-139303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28688" marR="0" lvl="2" indent="-185738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Font typeface="Arial"/>
              <a:buChar char="■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00163" marR="0" lvl="3" indent="-92869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–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71638" marR="0" lvl="4" indent="-92869" algn="l" rtl="0">
              <a:spcBef>
                <a:spcPts val="0"/>
              </a:spcBef>
              <a:spcAft>
                <a:spcPts val="325"/>
              </a:spcAft>
              <a:buClr>
                <a:srgbClr val="D8D8D8"/>
              </a:buClr>
              <a:buSzPct val="100000"/>
              <a:buFont typeface="Arial"/>
              <a:buChar char="»"/>
              <a:defRPr sz="1463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43113" marR="0" lvl="5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14588" marR="0" lvl="6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786063" marR="0" lvl="7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157538" marR="0" lvl="8" indent="-82550" algn="l" rtl="0">
              <a:spcBef>
                <a:spcPts val="325"/>
              </a:spcBef>
              <a:buClr>
                <a:schemeClr val="dk1"/>
              </a:buClr>
              <a:buSzPct val="100000"/>
              <a:buFont typeface="Arial"/>
              <a:buChar char="•"/>
              <a:defRPr sz="16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73245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74283" tIns="37131" rIns="74283" bIns="37131" anchor="t" anchorCtr="0">
            <a:noAutofit/>
          </a:bodyPr>
          <a:lstStyle/>
          <a:p>
            <a:pPr marL="278606" marR="0" lvl="0" indent="-27860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25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558881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407519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542623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325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1625"/>
            </a:lvl1pPr>
            <a:lvl2pPr>
              <a:defRPr sz="1463"/>
            </a:lvl2pPr>
            <a:lvl3pPr>
              <a:defRPr sz="1300"/>
            </a:lvl3pPr>
            <a:lvl4pPr>
              <a:defRPr sz="1138"/>
            </a:lvl4pPr>
            <a:lvl5pPr>
              <a:defRPr sz="975"/>
            </a:lvl5pPr>
            <a:lvl6pPr>
              <a:defRPr sz="1463"/>
            </a:lvl6pPr>
            <a:lvl7pPr>
              <a:defRPr sz="1463"/>
            </a:lvl7pPr>
            <a:lvl8pPr>
              <a:defRPr sz="1463"/>
            </a:lvl8pPr>
            <a:lvl9pPr>
              <a:defRPr sz="1463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1625"/>
            </a:lvl1pPr>
            <a:lvl2pPr>
              <a:defRPr sz="1463"/>
            </a:lvl2pPr>
            <a:lvl3pPr>
              <a:defRPr sz="1300"/>
            </a:lvl3pPr>
            <a:lvl4pPr>
              <a:defRPr sz="1138"/>
            </a:lvl4pPr>
            <a:lvl5pPr>
              <a:defRPr sz="975"/>
            </a:lvl5pPr>
            <a:lvl6pPr>
              <a:defRPr sz="1463"/>
            </a:lvl6pPr>
            <a:lvl7pPr>
              <a:defRPr sz="1463"/>
            </a:lvl7pPr>
            <a:lvl8pPr>
              <a:defRPr sz="1463"/>
            </a:lvl8pPr>
            <a:lvl9pPr>
              <a:defRPr sz="1463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5119856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19960910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1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1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63">
                <a:solidFill>
                  <a:srgbClr val="D9D9D9"/>
                </a:solidFill>
              </a:defRPr>
            </a:lvl1pPr>
            <a:lvl2pPr>
              <a:defRPr sz="1463">
                <a:solidFill>
                  <a:srgbClr val="D9D9D9"/>
                </a:solidFill>
              </a:defRPr>
            </a:lvl2pPr>
            <a:lvl3pPr>
              <a:defRPr sz="1463">
                <a:solidFill>
                  <a:srgbClr val="D9D9D9"/>
                </a:solidFill>
              </a:defRPr>
            </a:lvl3pPr>
            <a:lvl4pPr>
              <a:defRPr sz="1463">
                <a:solidFill>
                  <a:srgbClr val="D9D9D9"/>
                </a:solidFill>
              </a:defRPr>
            </a:lvl4pPr>
            <a:lvl5pPr>
              <a:defRPr sz="1463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3608541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325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1625"/>
            </a:lvl1pPr>
            <a:lvl2pPr>
              <a:defRPr sz="1463"/>
            </a:lvl2pPr>
            <a:lvl3pPr>
              <a:defRPr sz="1300"/>
            </a:lvl3pPr>
            <a:lvl4pPr>
              <a:defRPr sz="1138"/>
            </a:lvl4pPr>
            <a:lvl5pPr>
              <a:defRPr sz="975"/>
            </a:lvl5pPr>
            <a:lvl6pPr>
              <a:defRPr sz="1463"/>
            </a:lvl6pPr>
            <a:lvl7pPr>
              <a:defRPr sz="1463"/>
            </a:lvl7pPr>
            <a:lvl8pPr>
              <a:defRPr sz="1463"/>
            </a:lvl8pPr>
            <a:lvl9pPr>
              <a:defRPr sz="1463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1625"/>
            </a:lvl1pPr>
            <a:lvl2pPr>
              <a:defRPr sz="1463"/>
            </a:lvl2pPr>
            <a:lvl3pPr>
              <a:defRPr sz="1300"/>
            </a:lvl3pPr>
            <a:lvl4pPr>
              <a:defRPr sz="1138"/>
            </a:lvl4pPr>
            <a:lvl5pPr>
              <a:defRPr sz="975"/>
            </a:lvl5pPr>
            <a:lvl6pPr>
              <a:defRPr sz="1463"/>
            </a:lvl6pPr>
            <a:lvl7pPr>
              <a:defRPr sz="1463"/>
            </a:lvl7pPr>
            <a:lvl8pPr>
              <a:defRPr sz="1463"/>
            </a:lvl8pPr>
            <a:lvl9pPr>
              <a:defRPr sz="1463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4813816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22732356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1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1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63">
                <a:solidFill>
                  <a:srgbClr val="D9D9D9"/>
                </a:solidFill>
              </a:defRPr>
            </a:lvl1pPr>
            <a:lvl2pPr>
              <a:defRPr sz="1463">
                <a:solidFill>
                  <a:srgbClr val="D9D9D9"/>
                </a:solidFill>
              </a:defRPr>
            </a:lvl2pPr>
            <a:lvl3pPr>
              <a:defRPr sz="1463">
                <a:solidFill>
                  <a:srgbClr val="D9D9D9"/>
                </a:solidFill>
              </a:defRPr>
            </a:lvl3pPr>
            <a:lvl4pPr>
              <a:defRPr sz="1463">
                <a:solidFill>
                  <a:srgbClr val="D9D9D9"/>
                </a:solidFill>
              </a:defRPr>
            </a:lvl4pPr>
            <a:lvl5pPr>
              <a:defRPr sz="1463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11095215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77D5-688D-4048-BA77-C20A26CE2BC5}" type="datetimeFigureOut">
              <a:rPr lang="pt-PT" smtClean="0"/>
              <a:t>03/11/2025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AF5F2-6FC3-4E4C-A294-D27A3E74229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1402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3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63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900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7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900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975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371475" marR="0" lvl="1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42950" marR="0" lvl="2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14425" marR="0" lvl="3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57375" marR="0" lvl="5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8850" marR="0" lvl="6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600325" marR="0" lvl="7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971800" marR="0" lvl="8" indent="0" algn="l" rtl="0">
              <a:spcBef>
                <a:spcPts val="0"/>
              </a:spcBef>
              <a:buNone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4" y="6492877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pt-PT" sz="975" smtClean="0">
                <a:solidFill>
                  <a:srgbClr val="888888"/>
                </a:solidFill>
                <a:ea typeface="Arial"/>
                <a:cs typeface="Arial"/>
                <a:sym typeface="Arial"/>
              </a:rPr>
              <a:pPr algn="r">
                <a:buSzPct val="25000"/>
              </a:pPr>
              <a:t>‹nº›</a:t>
            </a:fld>
            <a:endParaRPr lang="pt-PT" sz="975" dirty="0">
              <a:solidFill>
                <a:srgbClr val="888888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2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92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52" r:id="rId18"/>
    <p:sldLayoutId id="2147483655" r:id="rId19"/>
    <p:sldLayoutId id="2147483661" r:id="rId20"/>
    <p:sldLayoutId id="2147483658" r:id="rId2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13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A09D6A-DDEF-5170-9CA2-6C31FD572C5D}"/>
              </a:ext>
            </a:extLst>
          </p:cNvPr>
          <p:cNvSpPr txBox="1"/>
          <p:nvPr/>
        </p:nvSpPr>
        <p:spPr>
          <a:xfrm>
            <a:off x="-942655" y="1898830"/>
            <a:ext cx="121920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PREPD 2025/2026</a:t>
            </a:r>
          </a:p>
          <a:p>
            <a:pPr algn="ctr"/>
            <a:endParaRPr lang="pt-PT" sz="100" dirty="0"/>
          </a:p>
          <a:p>
            <a:pPr algn="ctr"/>
            <a:r>
              <a:rPr lang="pt-PT" sz="3200" dirty="0"/>
              <a:t>Planeamento da Dissertação</a:t>
            </a:r>
          </a:p>
          <a:p>
            <a:pPr algn="ctr"/>
            <a:r>
              <a:rPr lang="pt-PT" sz="3200" dirty="0"/>
              <a:t> </a:t>
            </a:r>
          </a:p>
          <a:p>
            <a:pPr algn="ctr"/>
            <a:r>
              <a:rPr lang="pt-PT" sz="3200" dirty="0"/>
              <a:t>Template de WBS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889D128-4ABB-C8C6-9768-C8E84B3755AF}"/>
              </a:ext>
            </a:extLst>
          </p:cNvPr>
          <p:cNvSpPr txBox="1"/>
          <p:nvPr/>
        </p:nvSpPr>
        <p:spPr>
          <a:xfrm>
            <a:off x="-1143000" y="5679250"/>
            <a:ext cx="12192000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solidFill>
                  <a:srgbClr val="333333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Alberto Borges Pereira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abp@isep.ipp.pt</a:t>
            </a:r>
            <a:endParaRPr lang="en-GB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22FF5-F3D2-65D3-CD9F-38660B40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tx1"/>
                </a:solidFill>
              </a:rPr>
              <a:t>Estrutura da EAP / WBS por ciclo de vida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DB7421-ADDC-E24D-7CFF-26E948146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graphicFrame>
        <p:nvGraphicFramePr>
          <p:cNvPr id="4" name="Marcador de Posição de Conteúdo 1">
            <a:extLst>
              <a:ext uri="{FF2B5EF4-FFF2-40B4-BE49-F238E27FC236}">
                <a16:creationId xmlns:a16="http://schemas.microsoft.com/office/drawing/2014/main" id="{B8231B01-F18E-FA95-7457-2D3A6EFE2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031405"/>
              </p:ext>
            </p:extLst>
          </p:nvPr>
        </p:nvGraphicFramePr>
        <p:xfrm>
          <a:off x="596590" y="1997189"/>
          <a:ext cx="8712819" cy="373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53801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22FF5-F3D2-65D3-CD9F-38660B40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chemeClr val="tx1"/>
                </a:solidFill>
              </a:rPr>
              <a:t>Dicionário da EAP / WBS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DB7421-ADDC-E24D-7CFF-26E948146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graphicFrame>
        <p:nvGraphicFramePr>
          <p:cNvPr id="5" name="Tabela 11">
            <a:extLst>
              <a:ext uri="{FF2B5EF4-FFF2-40B4-BE49-F238E27FC236}">
                <a16:creationId xmlns:a16="http://schemas.microsoft.com/office/drawing/2014/main" id="{968F4E81-291C-0349-7FB5-8B38BCFE7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410938"/>
              </p:ext>
            </p:extLst>
          </p:nvPr>
        </p:nvGraphicFramePr>
        <p:xfrm>
          <a:off x="810694" y="1943835"/>
          <a:ext cx="828461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887">
                  <a:extLst>
                    <a:ext uri="{9D8B030D-6E8A-4147-A177-3AD203B41FA5}">
                      <a16:colId xmlns:a16="http://schemas.microsoft.com/office/drawing/2014/main" val="1820853904"/>
                    </a:ext>
                  </a:extLst>
                </a:gridCol>
                <a:gridCol w="1235124">
                  <a:extLst>
                    <a:ext uri="{9D8B030D-6E8A-4147-A177-3AD203B41FA5}">
                      <a16:colId xmlns:a16="http://schemas.microsoft.com/office/drawing/2014/main" val="2285456898"/>
                    </a:ext>
                  </a:extLst>
                </a:gridCol>
                <a:gridCol w="3269866">
                  <a:extLst>
                    <a:ext uri="{9D8B030D-6E8A-4147-A177-3AD203B41FA5}">
                      <a16:colId xmlns:a16="http://schemas.microsoft.com/office/drawing/2014/main" val="3073964030"/>
                    </a:ext>
                  </a:extLst>
                </a:gridCol>
                <a:gridCol w="2648734">
                  <a:extLst>
                    <a:ext uri="{9D8B030D-6E8A-4147-A177-3AD203B41FA5}">
                      <a16:colId xmlns:a16="http://schemas.microsoft.com/office/drawing/2014/main" val="1267349724"/>
                    </a:ext>
                  </a:extLst>
                </a:gridCol>
              </a:tblGrid>
              <a:tr h="352783">
                <a:tc>
                  <a:txBody>
                    <a:bodyPr/>
                    <a:lstStyle/>
                    <a:p>
                      <a:r>
                        <a:rPr lang="pt-PT" sz="1050" dirty="0"/>
                        <a:t>Dicionário da 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Descrição adicional / critérios de aceitação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Critérios de progresso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72598"/>
                  </a:ext>
                </a:extLst>
              </a:tr>
              <a:tr h="352783">
                <a:tc>
                  <a:txBody>
                    <a:bodyPr/>
                    <a:lstStyle/>
                    <a:p>
                      <a:r>
                        <a:rPr lang="pt-PT" sz="1050" dirty="0"/>
                        <a:t>1.1 Planeamento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Será contratado um arquiteto e um engenheiro de eficiência energética. </a:t>
                      </a:r>
                    </a:p>
                    <a:p>
                      <a:r>
                        <a:rPr lang="pt-PT" sz="1050" dirty="0"/>
                        <a:t>Esta fase só será concluída após aprovação formal dos seus entregáveis.</a:t>
                      </a:r>
                    </a:p>
                    <a:p>
                      <a:endParaRPr lang="pt-P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Maqueta entregue – 25%</a:t>
                      </a:r>
                    </a:p>
                    <a:p>
                      <a:r>
                        <a:rPr lang="pt-PT" sz="1050" dirty="0"/>
                        <a:t>Maquete aprovada - 50%</a:t>
                      </a:r>
                    </a:p>
                    <a:p>
                      <a:r>
                        <a:rPr lang="pt-PT" sz="1050" dirty="0"/>
                        <a:t>Planos de especialidades entregues – 75%</a:t>
                      </a:r>
                    </a:p>
                    <a:p>
                      <a:r>
                        <a:rPr lang="pt-PT" sz="1050" dirty="0"/>
                        <a:t>Planos de especialidades aprovados –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0704"/>
                  </a:ext>
                </a:extLst>
              </a:tr>
              <a:tr h="352783">
                <a:tc>
                  <a:txBody>
                    <a:bodyPr/>
                    <a:lstStyle/>
                    <a:p>
                      <a:r>
                        <a:rPr lang="pt-PT" sz="1050" dirty="0"/>
                        <a:t>1.1 Maqueta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Entregável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Deverá ser realizada com um software próprio e compatível para visualização noutros </a:t>
                      </a:r>
                      <a:r>
                        <a:rPr lang="pt-PT" sz="1050" dirty="0" err="1"/>
                        <a:t>Pcs</a:t>
                      </a:r>
                      <a:r>
                        <a:rPr lang="pt-PT" sz="1050" dirty="0"/>
                        <a:t>. Deverá ter um versão que inclua a decoração. Deverão ser enviadas duas versões.</a:t>
                      </a:r>
                    </a:p>
                    <a:p>
                      <a:r>
                        <a:rPr lang="pt-PT" sz="1050" dirty="0"/>
                        <a:t>O cliente tem 15 dias para aprovar.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Maqueta exterior – 25%</a:t>
                      </a:r>
                    </a:p>
                    <a:p>
                      <a:r>
                        <a:rPr lang="pt-PT" sz="1050" dirty="0"/>
                        <a:t>Maqueta interior – 50% </a:t>
                      </a:r>
                    </a:p>
                    <a:p>
                      <a:r>
                        <a:rPr lang="pt-PT" sz="1050" dirty="0"/>
                        <a:t>Maquete inicial entregue – 75%</a:t>
                      </a:r>
                    </a:p>
                    <a:p>
                      <a:r>
                        <a:rPr lang="pt-PT" sz="1050" dirty="0"/>
                        <a:t>Maquete final entregue e aprovada –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06030"/>
                  </a:ext>
                </a:extLst>
              </a:tr>
              <a:tr h="352783">
                <a:tc>
                  <a:txBody>
                    <a:bodyPr/>
                    <a:lstStyle/>
                    <a:p>
                      <a:r>
                        <a:rPr lang="pt-PT" sz="1050" dirty="0"/>
                        <a:t>1.2 Planos de especialidade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Entregável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Deverão ser realizados os planos de especialidade por engenheiros qualificados e supervisionados pelo arquiteto. Deverá existir um plano de eficiência energética.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50" dirty="0"/>
                        <a:t>O cliente tem 15 dias para aprovar.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Planos de especialidade entregues – 25%</a:t>
                      </a:r>
                    </a:p>
                    <a:p>
                      <a:r>
                        <a:rPr lang="pt-PT" sz="1050" dirty="0"/>
                        <a:t>Plano de eficiência energética entregue – 50%</a:t>
                      </a:r>
                    </a:p>
                    <a:p>
                      <a:r>
                        <a:rPr lang="pt-PT" sz="1050" dirty="0"/>
                        <a:t>Planos aprovados – 75%</a:t>
                      </a:r>
                    </a:p>
                    <a:p>
                      <a:r>
                        <a:rPr lang="pt-PT" sz="1050" dirty="0"/>
                        <a:t>Planos licenciados –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75729"/>
                  </a:ext>
                </a:extLst>
              </a:tr>
              <a:tr h="352783">
                <a:tc>
                  <a:txBody>
                    <a:bodyPr/>
                    <a:lstStyle/>
                    <a:p>
                      <a:r>
                        <a:rPr lang="pt-PT" sz="1050" dirty="0"/>
                        <a:t>1.2.2.1 Caixilharias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Pacote de trabalho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Deverão ter eficiência energética A+. A sua instalação será supervisionada pelo Eng de eficiência energética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dirty="0"/>
                        <a:t>7 janelas – 10% cada</a:t>
                      </a:r>
                    </a:p>
                    <a:p>
                      <a:r>
                        <a:rPr lang="pt-PT" sz="1050" dirty="0"/>
                        <a:t>2 portas – 10% cada</a:t>
                      </a:r>
                    </a:p>
                    <a:p>
                      <a:r>
                        <a:rPr lang="pt-PT" sz="1050" dirty="0"/>
                        <a:t>Aprovação  - 10%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259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1848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3C35-CB7D-B571-9B58-B898D398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9A1734-34B3-FA68-F1A2-42D71051C914}"/>
              </a:ext>
            </a:extLst>
          </p:cNvPr>
          <p:cNvSpPr txBox="1"/>
          <p:nvPr/>
        </p:nvSpPr>
        <p:spPr>
          <a:xfrm>
            <a:off x="-942655" y="1898830"/>
            <a:ext cx="1219200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b="1" dirty="0"/>
              <a:t>PREPD 2025/2026</a:t>
            </a:r>
          </a:p>
          <a:p>
            <a:pPr algn="ctr"/>
            <a:endParaRPr lang="pt-PT" sz="100" dirty="0"/>
          </a:p>
          <a:p>
            <a:pPr algn="ctr"/>
            <a:r>
              <a:rPr lang="pt-PT" sz="3200" dirty="0"/>
              <a:t>Planeamento da Dissertação</a:t>
            </a:r>
          </a:p>
          <a:p>
            <a:pPr algn="ctr"/>
            <a:r>
              <a:rPr lang="pt-PT" sz="3200" dirty="0"/>
              <a:t> </a:t>
            </a:r>
          </a:p>
          <a:p>
            <a:pPr algn="ctr"/>
            <a:r>
              <a:rPr lang="pt-PT" sz="3200" dirty="0"/>
              <a:t>Template da WBS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10AE25-227F-C0FB-BAA1-A981365C74C4}"/>
              </a:ext>
            </a:extLst>
          </p:cNvPr>
          <p:cNvSpPr txBox="1"/>
          <p:nvPr/>
        </p:nvSpPr>
        <p:spPr>
          <a:xfrm>
            <a:off x="-1143000" y="5679250"/>
            <a:ext cx="12192000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b="1" dirty="0">
                <a:solidFill>
                  <a:srgbClr val="333333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Alberto Borges Pereira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1800" b="1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abp@isep.ipp.pt</a:t>
            </a:r>
            <a:endParaRPr lang="en-GB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37163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8276</TotalTime>
  <Words>317</Words>
  <Application>Microsoft Office PowerPoint</Application>
  <PresentationFormat>Papel A4 (210x297 mm)</PresentationFormat>
  <Paragraphs>67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Arial</vt:lpstr>
      <vt:lpstr>Calibri</vt:lpstr>
      <vt:lpstr>Kozuka Gothic Pro M</vt:lpstr>
      <vt:lpstr>1_ISEP</vt:lpstr>
      <vt:lpstr>Apresentação do PowerPoint</vt:lpstr>
      <vt:lpstr>Estrutura da EAP / WBS por ciclo de vida</vt:lpstr>
      <vt:lpstr>Dicionário da EAP / WBS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Alberto Pereira</cp:lastModifiedBy>
  <cp:revision>369</cp:revision>
  <dcterms:created xsi:type="dcterms:W3CDTF">2010-10-20T15:48:12Z</dcterms:created>
  <dcterms:modified xsi:type="dcterms:W3CDTF">2025-11-03T19:06:46Z</dcterms:modified>
</cp:coreProperties>
</file>